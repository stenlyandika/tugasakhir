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16"/>
  </p:notesMasterIdLst>
  <p:sldIdLst>
    <p:sldId id="256" r:id="rId2"/>
    <p:sldId id="259" r:id="rId3"/>
    <p:sldId id="260" r:id="rId4"/>
    <p:sldId id="304" r:id="rId5"/>
    <p:sldId id="305" r:id="rId6"/>
    <p:sldId id="306" r:id="rId7"/>
    <p:sldId id="307" r:id="rId8"/>
    <p:sldId id="308" r:id="rId9"/>
    <p:sldId id="309" r:id="rId10"/>
    <p:sldId id="311" r:id="rId11"/>
    <p:sldId id="312" r:id="rId12"/>
    <p:sldId id="313" r:id="rId13"/>
    <p:sldId id="315" r:id="rId14"/>
    <p:sldId id="314" r:id="rId15"/>
  </p:sldIdLst>
  <p:sldSz cx="9144000" cy="5143500" type="screen16x9"/>
  <p:notesSz cx="6858000" cy="9144000"/>
  <p:embeddedFontLst>
    <p:embeddedFont>
      <p:font typeface="IBM Plex Sans" charset="0"/>
      <p:regular r:id="rId17"/>
      <p:bold r:id="rId18"/>
      <p:italic r:id="rId19"/>
      <p:boldItalic r:id="rId20"/>
    </p:embeddedFont>
    <p:embeddedFont>
      <p:font typeface="Mulish" charset="0"/>
      <p:regular r:id="rId21"/>
      <p:bold r:id="rId22"/>
      <p:italic r:id="rId23"/>
      <p:boldItalic r:id="rId24"/>
    </p:embeddedFont>
    <p:embeddedFont>
      <p:font typeface="Quicksand" charset="0"/>
      <p:regular r:id="rId25"/>
      <p:bold r:id="rId26"/>
    </p:embeddedFont>
    <p:embeddedFont>
      <p:font typeface="Bebas Neue" charset="0"/>
      <p:regular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979CD968-FA2B-442A-8683-02A57468DC9F}">
  <a:tblStyle styleId="{979CD968-FA2B-442A-8683-02A57468DC9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26" autoAdjust="0"/>
    <p:restoredTop sz="94660"/>
  </p:normalViewPr>
  <p:slideViewPr>
    <p:cSldViewPr>
      <p:cViewPr varScale="1">
        <p:scale>
          <a:sx n="93" d="100"/>
          <a:sy n="93" d="100"/>
        </p:scale>
        <p:origin x="-750" y="-10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669701599"/>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133f6155f6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133f6155f6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133f6155f6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133f6155f6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133f6155f6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133f6155f6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609200" y="1424875"/>
            <a:ext cx="5925600" cy="2079300"/>
          </a:xfrm>
          <a:prstGeom prst="rect">
            <a:avLst/>
          </a:prstGeom>
          <a:noFill/>
        </p:spPr>
        <p:txBody>
          <a:bodyPr spcFirstLastPara="1" wrap="square" lIns="91425" tIns="91425" rIns="91425" bIns="91425" anchor="ctr" anchorCtr="0">
            <a:noAutofit/>
          </a:bodyPr>
          <a:lstStyle>
            <a:lvl1pPr lvl="0" algn="ctr">
              <a:lnSpc>
                <a:spcPct val="115000"/>
              </a:lnSpc>
              <a:spcBef>
                <a:spcPts val="0"/>
              </a:spcBef>
              <a:spcAft>
                <a:spcPts val="0"/>
              </a:spcAft>
              <a:buSzPts val="5200"/>
              <a:buNone/>
              <a:defRPr sz="7200" b="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609200" y="3573775"/>
            <a:ext cx="5942700" cy="475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dk1"/>
              </a:buClr>
              <a:buSzPts val="1400"/>
              <a:buNone/>
              <a:defRPr sz="1600"/>
            </a:lvl1pPr>
            <a:lvl2pPr lvl="1" algn="ctr">
              <a:lnSpc>
                <a:spcPct val="100000"/>
              </a:lnSpc>
              <a:spcBef>
                <a:spcPts val="0"/>
              </a:spcBef>
              <a:spcAft>
                <a:spcPts val="0"/>
              </a:spcAft>
              <a:buClr>
                <a:schemeClr val="dk1"/>
              </a:buClr>
              <a:buSzPts val="1800"/>
              <a:buNone/>
              <a:defRPr sz="1800">
                <a:solidFill>
                  <a:schemeClr val="dk1"/>
                </a:solidFill>
              </a:defRPr>
            </a:lvl2pPr>
            <a:lvl3pPr lvl="2" algn="ctr">
              <a:lnSpc>
                <a:spcPct val="100000"/>
              </a:lnSpc>
              <a:spcBef>
                <a:spcPts val="0"/>
              </a:spcBef>
              <a:spcAft>
                <a:spcPts val="0"/>
              </a:spcAft>
              <a:buClr>
                <a:schemeClr val="dk1"/>
              </a:buClr>
              <a:buSzPts val="1800"/>
              <a:buNone/>
              <a:defRPr sz="1800">
                <a:solidFill>
                  <a:schemeClr val="dk1"/>
                </a:solidFill>
              </a:defRPr>
            </a:lvl3pPr>
            <a:lvl4pPr lvl="3" algn="ctr">
              <a:lnSpc>
                <a:spcPct val="100000"/>
              </a:lnSpc>
              <a:spcBef>
                <a:spcPts val="0"/>
              </a:spcBef>
              <a:spcAft>
                <a:spcPts val="0"/>
              </a:spcAft>
              <a:buClr>
                <a:schemeClr val="dk1"/>
              </a:buClr>
              <a:buSzPts val="1800"/>
              <a:buNone/>
              <a:defRPr sz="1800">
                <a:solidFill>
                  <a:schemeClr val="dk1"/>
                </a:solidFill>
              </a:defRPr>
            </a:lvl4pPr>
            <a:lvl5pPr lvl="4" algn="ctr">
              <a:lnSpc>
                <a:spcPct val="100000"/>
              </a:lnSpc>
              <a:spcBef>
                <a:spcPts val="0"/>
              </a:spcBef>
              <a:spcAft>
                <a:spcPts val="0"/>
              </a:spcAft>
              <a:buClr>
                <a:schemeClr val="dk1"/>
              </a:buClr>
              <a:buSzPts val="1800"/>
              <a:buNone/>
              <a:defRPr sz="1800">
                <a:solidFill>
                  <a:schemeClr val="dk1"/>
                </a:solidFill>
              </a:defRPr>
            </a:lvl5pPr>
            <a:lvl6pPr lvl="5" algn="ctr">
              <a:lnSpc>
                <a:spcPct val="100000"/>
              </a:lnSpc>
              <a:spcBef>
                <a:spcPts val="0"/>
              </a:spcBef>
              <a:spcAft>
                <a:spcPts val="0"/>
              </a:spcAft>
              <a:buClr>
                <a:schemeClr val="dk1"/>
              </a:buClr>
              <a:buSzPts val="1800"/>
              <a:buNone/>
              <a:defRPr sz="1800">
                <a:solidFill>
                  <a:schemeClr val="dk1"/>
                </a:solidFill>
              </a:defRPr>
            </a:lvl6pPr>
            <a:lvl7pPr lvl="6" algn="ctr">
              <a:lnSpc>
                <a:spcPct val="100000"/>
              </a:lnSpc>
              <a:spcBef>
                <a:spcPts val="0"/>
              </a:spcBef>
              <a:spcAft>
                <a:spcPts val="0"/>
              </a:spcAft>
              <a:buClr>
                <a:schemeClr val="dk1"/>
              </a:buClr>
              <a:buSzPts val="1800"/>
              <a:buNone/>
              <a:defRPr sz="1800">
                <a:solidFill>
                  <a:schemeClr val="dk1"/>
                </a:solidFill>
              </a:defRPr>
            </a:lvl7pPr>
            <a:lvl8pPr lvl="7" algn="ctr">
              <a:lnSpc>
                <a:spcPct val="100000"/>
              </a:lnSpc>
              <a:spcBef>
                <a:spcPts val="0"/>
              </a:spcBef>
              <a:spcAft>
                <a:spcPts val="0"/>
              </a:spcAft>
              <a:buClr>
                <a:schemeClr val="dk1"/>
              </a:buClr>
              <a:buSzPts val="1800"/>
              <a:buNone/>
              <a:defRPr sz="1800">
                <a:solidFill>
                  <a:schemeClr val="dk1"/>
                </a:solidFill>
              </a:defRPr>
            </a:lvl8pPr>
            <a:lvl9pPr lvl="8" algn="ctr">
              <a:lnSpc>
                <a:spcPct val="100000"/>
              </a:lnSpc>
              <a:spcBef>
                <a:spcPts val="0"/>
              </a:spcBef>
              <a:spcAft>
                <a:spcPts val="0"/>
              </a:spcAft>
              <a:buClr>
                <a:schemeClr val="dk1"/>
              </a:buClr>
              <a:buSzPts val="1800"/>
              <a:buNone/>
              <a:defRPr sz="1800">
                <a:solidFill>
                  <a:schemeClr val="dk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13"/>
        <p:cNvGrpSpPr/>
        <p:nvPr/>
      </p:nvGrpSpPr>
      <p:grpSpPr>
        <a:xfrm>
          <a:off x="0" y="0"/>
          <a:ext cx="0" cy="0"/>
          <a:chOff x="0" y="0"/>
          <a:chExt cx="0" cy="0"/>
        </a:xfrm>
      </p:grpSpPr>
      <p:sp>
        <p:nvSpPr>
          <p:cNvPr id="14" name="Google Shape;14;p3"/>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3"/>
          <p:cNvSpPr txBox="1">
            <a:spLocks noGrp="1"/>
          </p:cNvSpPr>
          <p:nvPr>
            <p:ph type="title"/>
          </p:nvPr>
        </p:nvSpPr>
        <p:spPr>
          <a:xfrm>
            <a:off x="3579950" y="1854500"/>
            <a:ext cx="36048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1959250" y="1854500"/>
            <a:ext cx="11898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7" name="Google Shape;17;p3"/>
          <p:cNvSpPr txBox="1">
            <a:spLocks noGrp="1"/>
          </p:cNvSpPr>
          <p:nvPr>
            <p:ph type="subTitle" idx="1"/>
          </p:nvPr>
        </p:nvSpPr>
        <p:spPr>
          <a:xfrm>
            <a:off x="1959250" y="2939075"/>
            <a:ext cx="5225400" cy="446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None/>
              <a:defRPr/>
            </a:lvl1pPr>
            <a:lvl2pPr lvl="1" algn="ctr" rtl="0">
              <a:lnSpc>
                <a:spcPct val="100000"/>
              </a:lnSpc>
              <a:spcBef>
                <a:spcPts val="1600"/>
              </a:spcBef>
              <a:spcAft>
                <a:spcPts val="0"/>
              </a:spcAft>
              <a:buClr>
                <a:schemeClr val="dk1"/>
              </a:buClr>
              <a:buSzPts val="1400"/>
              <a:buNone/>
              <a:defRPr>
                <a:solidFill>
                  <a:schemeClr val="dk1"/>
                </a:solidFill>
              </a:defRPr>
            </a:lvl2pPr>
            <a:lvl3pPr lvl="2" algn="ctr" rtl="0">
              <a:lnSpc>
                <a:spcPct val="100000"/>
              </a:lnSpc>
              <a:spcBef>
                <a:spcPts val="1600"/>
              </a:spcBef>
              <a:spcAft>
                <a:spcPts val="0"/>
              </a:spcAft>
              <a:buClr>
                <a:schemeClr val="dk1"/>
              </a:buClr>
              <a:buSzPts val="1400"/>
              <a:buNone/>
              <a:defRPr>
                <a:solidFill>
                  <a:schemeClr val="dk1"/>
                </a:solidFill>
              </a:defRPr>
            </a:lvl3pPr>
            <a:lvl4pPr lvl="3" algn="ctr" rtl="0">
              <a:lnSpc>
                <a:spcPct val="100000"/>
              </a:lnSpc>
              <a:spcBef>
                <a:spcPts val="1600"/>
              </a:spcBef>
              <a:spcAft>
                <a:spcPts val="0"/>
              </a:spcAft>
              <a:buClr>
                <a:schemeClr val="dk1"/>
              </a:buClr>
              <a:buSzPts val="1400"/>
              <a:buNone/>
              <a:defRPr>
                <a:solidFill>
                  <a:schemeClr val="dk1"/>
                </a:solidFill>
              </a:defRPr>
            </a:lvl4pPr>
            <a:lvl5pPr lvl="4" algn="ctr" rtl="0">
              <a:lnSpc>
                <a:spcPct val="100000"/>
              </a:lnSpc>
              <a:spcBef>
                <a:spcPts val="1600"/>
              </a:spcBef>
              <a:spcAft>
                <a:spcPts val="0"/>
              </a:spcAft>
              <a:buClr>
                <a:schemeClr val="dk1"/>
              </a:buClr>
              <a:buSzPts val="1400"/>
              <a:buNone/>
              <a:defRPr>
                <a:solidFill>
                  <a:schemeClr val="dk1"/>
                </a:solidFill>
              </a:defRPr>
            </a:lvl5pPr>
            <a:lvl6pPr lvl="5" algn="ctr" rtl="0">
              <a:lnSpc>
                <a:spcPct val="100000"/>
              </a:lnSpc>
              <a:spcBef>
                <a:spcPts val="1600"/>
              </a:spcBef>
              <a:spcAft>
                <a:spcPts val="0"/>
              </a:spcAft>
              <a:buClr>
                <a:schemeClr val="dk1"/>
              </a:buClr>
              <a:buSzPts val="1400"/>
              <a:buNone/>
              <a:defRPr>
                <a:solidFill>
                  <a:schemeClr val="dk1"/>
                </a:solidFill>
              </a:defRPr>
            </a:lvl6pPr>
            <a:lvl7pPr lvl="6" algn="ctr" rtl="0">
              <a:lnSpc>
                <a:spcPct val="100000"/>
              </a:lnSpc>
              <a:spcBef>
                <a:spcPts val="1600"/>
              </a:spcBef>
              <a:spcAft>
                <a:spcPts val="0"/>
              </a:spcAft>
              <a:buClr>
                <a:schemeClr val="dk1"/>
              </a:buClr>
              <a:buSzPts val="1400"/>
              <a:buNone/>
              <a:defRPr>
                <a:solidFill>
                  <a:schemeClr val="dk1"/>
                </a:solidFill>
              </a:defRPr>
            </a:lvl7pPr>
            <a:lvl8pPr lvl="7" algn="ctr" rtl="0">
              <a:lnSpc>
                <a:spcPct val="100000"/>
              </a:lnSpc>
              <a:spcBef>
                <a:spcPts val="1600"/>
              </a:spcBef>
              <a:spcAft>
                <a:spcPts val="0"/>
              </a:spcAft>
              <a:buClr>
                <a:schemeClr val="dk1"/>
              </a:buClr>
              <a:buSzPts val="1400"/>
              <a:buNone/>
              <a:defRPr>
                <a:solidFill>
                  <a:schemeClr val="dk1"/>
                </a:solidFill>
              </a:defRPr>
            </a:lvl8pPr>
            <a:lvl9pPr lvl="8" algn="ctr" rtl="0">
              <a:lnSpc>
                <a:spcPct val="100000"/>
              </a:lnSpc>
              <a:spcBef>
                <a:spcPts val="1600"/>
              </a:spcBef>
              <a:spcAft>
                <a:spcPts val="1600"/>
              </a:spcAft>
              <a:buClr>
                <a:schemeClr val="dk1"/>
              </a:buClr>
              <a:buSzPts val="1400"/>
              <a:buNone/>
              <a:defRPr>
                <a:solidFill>
                  <a:schemeClr val="dk1"/>
                </a:solidFill>
              </a:defRPr>
            </a:lvl9pPr>
          </a:lstStyle>
          <a:p>
            <a:endParaRPr/>
          </a:p>
        </p:txBody>
      </p:sp>
      <p:cxnSp>
        <p:nvCxnSpPr>
          <p:cNvPr id="18" name="Google Shape;18;p3"/>
          <p:cNvCxnSpPr/>
          <p:nvPr/>
        </p:nvCxnSpPr>
        <p:spPr>
          <a:xfrm rot="10800000">
            <a:off x="8761325" y="2079300"/>
            <a:ext cx="0" cy="984900"/>
          </a:xfrm>
          <a:prstGeom prst="straightConnector1">
            <a:avLst/>
          </a:prstGeom>
          <a:noFill/>
          <a:ln w="19050" cap="flat" cmpd="sng">
            <a:solidFill>
              <a:schemeClr val="lt1"/>
            </a:solidFill>
            <a:prstDash val="solid"/>
            <a:round/>
            <a:headEnd type="oval" w="med" len="med"/>
            <a:tailEnd type="oval" w="med" len="med"/>
          </a:ln>
        </p:spPr>
      </p:cxnSp>
      <p:cxnSp>
        <p:nvCxnSpPr>
          <p:cNvPr id="19" name="Google Shape;19;p3"/>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0" name="Google Shape;20;p3"/>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 name="Google Shape;21;p3"/>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2" name="Google Shape;22;p3"/>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3" name="Google Shape;23;p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4" name="Google Shape;24;p3"/>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5" name="Google Shape;25;p3"/>
          <p:cNvCxnSpPr/>
          <p:nvPr/>
        </p:nvCxnSpPr>
        <p:spPr>
          <a:xfrm rot="10800000">
            <a:off x="394350" y="2079300"/>
            <a:ext cx="0" cy="9849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
        <p:cNvGrpSpPr/>
        <p:nvPr/>
      </p:nvGrpSpPr>
      <p:grpSpPr>
        <a:xfrm>
          <a:off x="0" y="0"/>
          <a:ext cx="0" cy="0"/>
          <a:chOff x="0" y="0"/>
          <a:chExt cx="0" cy="0"/>
        </a:xfrm>
      </p:grpSpPr>
      <p:sp>
        <p:nvSpPr>
          <p:cNvPr id="27" name="Google Shape;27;p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8" name="Google Shape;28;p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9" name="Google Shape;29;p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 name="Google Shape;30;p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31" name="Google Shape;31;p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32" name="Google Shape;32;p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33" name="Google Shape;33;p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34" name="Google Shape;34;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5" name="Google Shape;35;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Clr>
                <a:schemeClr val="dk2"/>
              </a:buClr>
              <a:buSzPts val="800"/>
              <a:buFont typeface="Nunito Light"/>
              <a:buChar char="●"/>
              <a:defRPr/>
            </a:lvl1pPr>
            <a:lvl2pPr marL="914400" lvl="1" indent="-304800" rtl="0">
              <a:spcBef>
                <a:spcPts val="0"/>
              </a:spcBef>
              <a:spcAft>
                <a:spcPts val="0"/>
              </a:spcAft>
              <a:buSzPts val="1200"/>
              <a:buFont typeface="Nunito Light"/>
              <a:buChar char="○"/>
              <a:defRPr/>
            </a:lvl2pPr>
            <a:lvl3pPr marL="1371600" lvl="2" indent="-304800" rtl="0">
              <a:lnSpc>
                <a:spcPct val="115000"/>
              </a:lnSpc>
              <a:spcBef>
                <a:spcPts val="0"/>
              </a:spcBef>
              <a:spcAft>
                <a:spcPts val="0"/>
              </a:spcAft>
              <a:buClr>
                <a:srgbClr val="FFC800"/>
              </a:buClr>
              <a:buSzPts val="1200"/>
              <a:buFont typeface="Nunito Light"/>
              <a:buChar char="■"/>
              <a:defRPr/>
            </a:lvl3pPr>
            <a:lvl4pPr marL="1828800" lvl="3" indent="-304800" rtl="0">
              <a:lnSpc>
                <a:spcPct val="115000"/>
              </a:lnSpc>
              <a:spcBef>
                <a:spcPts val="1600"/>
              </a:spcBef>
              <a:spcAft>
                <a:spcPts val="0"/>
              </a:spcAft>
              <a:buClr>
                <a:srgbClr val="FFC800"/>
              </a:buClr>
              <a:buSzPts val="1200"/>
              <a:buFont typeface="Nunito Light"/>
              <a:buChar char="●"/>
              <a:defRPr/>
            </a:lvl4pPr>
            <a:lvl5pPr marL="2286000" lvl="4" indent="-304800" rtl="0">
              <a:lnSpc>
                <a:spcPct val="115000"/>
              </a:lnSpc>
              <a:spcBef>
                <a:spcPts val="1600"/>
              </a:spcBef>
              <a:spcAft>
                <a:spcPts val="0"/>
              </a:spcAft>
              <a:buClr>
                <a:srgbClr val="434343"/>
              </a:buClr>
              <a:buSzPts val="1200"/>
              <a:buFont typeface="Nunito Light"/>
              <a:buChar char="○"/>
              <a:defRPr/>
            </a:lvl5pPr>
            <a:lvl6pPr marL="2743200" lvl="5" indent="-304800" rtl="0">
              <a:lnSpc>
                <a:spcPct val="115000"/>
              </a:lnSpc>
              <a:spcBef>
                <a:spcPts val="1600"/>
              </a:spcBef>
              <a:spcAft>
                <a:spcPts val="0"/>
              </a:spcAft>
              <a:buClr>
                <a:srgbClr val="434343"/>
              </a:buClr>
              <a:buSzPts val="1200"/>
              <a:buFont typeface="Nunito Light"/>
              <a:buChar char="■"/>
              <a:defRPr/>
            </a:lvl6pPr>
            <a:lvl7pPr marL="3200400" lvl="6" indent="-304800" rtl="0">
              <a:lnSpc>
                <a:spcPct val="115000"/>
              </a:lnSpc>
              <a:spcBef>
                <a:spcPts val="1600"/>
              </a:spcBef>
              <a:spcAft>
                <a:spcPts val="0"/>
              </a:spcAft>
              <a:buClr>
                <a:srgbClr val="434343"/>
              </a:buClr>
              <a:buSzPts val="1200"/>
              <a:buFont typeface="Nunito Light"/>
              <a:buChar char="●"/>
              <a:defRPr/>
            </a:lvl7pPr>
            <a:lvl8pPr marL="3657600" lvl="7" indent="-304800" rtl="0">
              <a:lnSpc>
                <a:spcPct val="115000"/>
              </a:lnSpc>
              <a:spcBef>
                <a:spcPts val="1600"/>
              </a:spcBef>
              <a:spcAft>
                <a:spcPts val="0"/>
              </a:spcAft>
              <a:buClr>
                <a:srgbClr val="434343"/>
              </a:buClr>
              <a:buSzPts val="1200"/>
              <a:buFont typeface="Nunito Light"/>
              <a:buChar char="○"/>
              <a:defRPr/>
            </a:lvl8pPr>
            <a:lvl9pPr marL="4114800" lvl="8" indent="-304800" rtl="0">
              <a:lnSpc>
                <a:spcPct val="115000"/>
              </a:lnSpc>
              <a:spcBef>
                <a:spcPts val="1600"/>
              </a:spcBef>
              <a:spcAft>
                <a:spcPts val="1600"/>
              </a:spcAft>
              <a:buClr>
                <a:srgbClr val="434343"/>
              </a:buClr>
              <a:buSzPts val="12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7"/>
        <p:cNvGrpSpPr/>
        <p:nvPr/>
      </p:nvGrpSpPr>
      <p:grpSpPr>
        <a:xfrm>
          <a:off x="0" y="0"/>
          <a:ext cx="0" cy="0"/>
          <a:chOff x="0" y="0"/>
          <a:chExt cx="0" cy="0"/>
        </a:xfrm>
      </p:grpSpPr>
      <p:sp>
        <p:nvSpPr>
          <p:cNvPr id="78" name="Google Shape;78;p9"/>
          <p:cNvSpPr txBox="1">
            <a:spLocks noGrp="1"/>
          </p:cNvSpPr>
          <p:nvPr>
            <p:ph type="title"/>
          </p:nvPr>
        </p:nvSpPr>
        <p:spPr>
          <a:xfrm>
            <a:off x="720000" y="1413525"/>
            <a:ext cx="4294800" cy="20952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9" name="Google Shape;79;p9"/>
          <p:cNvSpPr txBox="1">
            <a:spLocks noGrp="1"/>
          </p:cNvSpPr>
          <p:nvPr>
            <p:ph type="subTitle" idx="1"/>
          </p:nvPr>
        </p:nvSpPr>
        <p:spPr>
          <a:xfrm>
            <a:off x="720000" y="3508800"/>
            <a:ext cx="4294800" cy="1004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600"/>
            </a:lvl1pPr>
            <a:lvl2pPr lvl="1" algn="ctr" rtl="0">
              <a:lnSpc>
                <a:spcPct val="100000"/>
              </a:lnSpc>
              <a:spcBef>
                <a:spcPts val="160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0" name="Google Shape;80;p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2"/>
        </a:solidFill>
        <a:effectLst/>
      </p:bgPr>
    </p:bg>
    <p:spTree>
      <p:nvGrpSpPr>
        <p:cNvPr id="1" name="Shape 94"/>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68"/>
        <p:cNvGrpSpPr/>
        <p:nvPr/>
      </p:nvGrpSpPr>
      <p:grpSpPr>
        <a:xfrm>
          <a:off x="0" y="0"/>
          <a:ext cx="0" cy="0"/>
          <a:chOff x="0" y="0"/>
          <a:chExt cx="0" cy="0"/>
        </a:xfrm>
      </p:grpSpPr>
      <p:sp>
        <p:nvSpPr>
          <p:cNvPr id="169" name="Google Shape;169;p18"/>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0" name="Google Shape;170;p18"/>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71" name="Google Shape;171;p18"/>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2" name="Google Shape;172;p18"/>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73" name="Google Shape;173;p18"/>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74" name="Google Shape;174;p18"/>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75" name="Google Shape;175;p18"/>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76" name="Google Shape;176;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18"/>
          <p:cNvSpPr txBox="1">
            <a:spLocks noGrp="1"/>
          </p:cNvSpPr>
          <p:nvPr>
            <p:ph type="subTitle" idx="1"/>
          </p:nvPr>
        </p:nvSpPr>
        <p:spPr>
          <a:xfrm>
            <a:off x="720025" y="1610942"/>
            <a:ext cx="7704000" cy="530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78" name="Google Shape;178;p18"/>
          <p:cNvSpPr txBox="1">
            <a:spLocks noGrp="1"/>
          </p:cNvSpPr>
          <p:nvPr>
            <p:ph type="subTitle" idx="2"/>
          </p:nvPr>
        </p:nvSpPr>
        <p:spPr>
          <a:xfrm>
            <a:off x="720025" y="2731125"/>
            <a:ext cx="77040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79" name="Google Shape;179;p18"/>
          <p:cNvSpPr txBox="1">
            <a:spLocks noGrp="1"/>
          </p:cNvSpPr>
          <p:nvPr>
            <p:ph type="subTitle" idx="3"/>
          </p:nvPr>
        </p:nvSpPr>
        <p:spPr>
          <a:xfrm>
            <a:off x="720025" y="3851625"/>
            <a:ext cx="7704000" cy="527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a:endParaRPr/>
          </a:p>
        </p:txBody>
      </p:sp>
      <p:sp>
        <p:nvSpPr>
          <p:cNvPr id="180" name="Google Shape;180;p18"/>
          <p:cNvSpPr txBox="1">
            <a:spLocks noGrp="1"/>
          </p:cNvSpPr>
          <p:nvPr>
            <p:ph type="subTitle" idx="4"/>
          </p:nvPr>
        </p:nvSpPr>
        <p:spPr>
          <a:xfrm>
            <a:off x="720025" y="1241274"/>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81" name="Google Shape;181;p18"/>
          <p:cNvSpPr txBox="1">
            <a:spLocks noGrp="1"/>
          </p:cNvSpPr>
          <p:nvPr>
            <p:ph type="subTitle" idx="5"/>
          </p:nvPr>
        </p:nvSpPr>
        <p:spPr>
          <a:xfrm>
            <a:off x="720025" y="2350125"/>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82" name="Google Shape;182;p18"/>
          <p:cNvSpPr txBox="1">
            <a:spLocks noGrp="1"/>
          </p:cNvSpPr>
          <p:nvPr>
            <p:ph type="subTitle" idx="6"/>
          </p:nvPr>
        </p:nvSpPr>
        <p:spPr>
          <a:xfrm>
            <a:off x="720025" y="3470625"/>
            <a:ext cx="7704000" cy="3936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solidFill>
                  <a:schemeClr val="dk2"/>
                </a:solidFill>
                <a:latin typeface="Quicksand"/>
                <a:ea typeface="Quicksand"/>
                <a:cs typeface="Quicksand"/>
                <a:sym typeface="Quicksan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259"/>
        <p:cNvGrpSpPr/>
        <p:nvPr/>
      </p:nvGrpSpPr>
      <p:grpSpPr>
        <a:xfrm>
          <a:off x="0" y="0"/>
          <a:ext cx="0" cy="0"/>
          <a:chOff x="0" y="0"/>
          <a:chExt cx="0" cy="0"/>
        </a:xfrm>
      </p:grpSpPr>
      <p:sp>
        <p:nvSpPr>
          <p:cNvPr id="260" name="Google Shape;260;p2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cxnSp>
        <p:nvCxnSpPr>
          <p:cNvPr id="262" name="Google Shape;262;p2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63" name="Google Shape;263;p2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4" name="Google Shape;264;p2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65" name="Google Shape;265;p2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266" name="Google Shape;266;p24"/>
          <p:cNvSpPr txBox="1">
            <a:spLocks noGrp="1"/>
          </p:cNvSpPr>
          <p:nvPr>
            <p:ph type="sldNum" idx="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lt1"/>
                </a:solidFill>
              </a:defRPr>
            </a:lvl1pPr>
            <a:lvl2pPr lvl="1" algn="ctr" rtl="0">
              <a:buNone/>
              <a:defRPr>
                <a:solidFill>
                  <a:schemeClr val="lt1"/>
                </a:solidFill>
              </a:defRPr>
            </a:lvl2pPr>
            <a:lvl3pPr lvl="2" algn="ctr" rtl="0">
              <a:buNone/>
              <a:defRPr>
                <a:solidFill>
                  <a:schemeClr val="lt1"/>
                </a:solidFill>
              </a:defRPr>
            </a:lvl3pPr>
            <a:lvl4pPr lvl="3" algn="ctr" rtl="0">
              <a:buNone/>
              <a:defRPr>
                <a:solidFill>
                  <a:schemeClr val="lt1"/>
                </a:solidFill>
              </a:defRPr>
            </a:lvl4pPr>
            <a:lvl5pPr lvl="4" algn="ctr" rtl="0">
              <a:buNone/>
              <a:defRPr>
                <a:solidFill>
                  <a:schemeClr val="lt1"/>
                </a:solidFill>
              </a:defRPr>
            </a:lvl5pPr>
            <a:lvl6pPr lvl="5" algn="ctr" rtl="0">
              <a:buNone/>
              <a:defRPr>
                <a:solidFill>
                  <a:schemeClr val="lt1"/>
                </a:solidFill>
              </a:defRPr>
            </a:lvl6pPr>
            <a:lvl7pPr lvl="6" algn="ctr" rtl="0">
              <a:buNone/>
              <a:defRPr>
                <a:solidFill>
                  <a:schemeClr val="lt1"/>
                </a:solidFill>
              </a:defRPr>
            </a:lvl7pPr>
            <a:lvl8pPr lvl="7" algn="ctr" rtl="0">
              <a:buNone/>
              <a:defRPr>
                <a:solidFill>
                  <a:schemeClr val="lt1"/>
                </a:solidFill>
              </a:defRPr>
            </a:lvl8pPr>
            <a:lvl9pPr lvl="8" algn="ctr" rtl="0">
              <a:buNone/>
              <a:defRPr>
                <a:solidFill>
                  <a:schemeClr val="lt1"/>
                </a:solidFill>
              </a:defRPr>
            </a:lvl9pPr>
          </a:lstStyle>
          <a:p>
            <a:pPr marL="0" lvl="0" indent="0" algn="ctr" rtl="0">
              <a:spcBef>
                <a:spcPts val="0"/>
              </a:spcBef>
              <a:spcAft>
                <a:spcPts val="0"/>
              </a:spcAft>
              <a:buNone/>
            </a:pPr>
            <a:fld id="{00000000-1234-1234-1234-123412341234}" type="slidenum">
              <a:rPr lang="en"/>
              <a:t>‹#›</a:t>
            </a:fld>
            <a:endParaRPr/>
          </a:p>
        </p:txBody>
      </p:sp>
      <p:cxnSp>
        <p:nvCxnSpPr>
          <p:cNvPr id="267" name="Google Shape;267;p2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268"/>
        <p:cNvGrpSpPr/>
        <p:nvPr/>
      </p:nvGrpSpPr>
      <p:grpSpPr>
        <a:xfrm>
          <a:off x="0" y="0"/>
          <a:ext cx="0" cy="0"/>
          <a:chOff x="0" y="0"/>
          <a:chExt cx="0" cy="0"/>
        </a:xfrm>
      </p:grpSpPr>
      <p:sp>
        <p:nvSpPr>
          <p:cNvPr id="269" name="Google Shape;269;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70" name="Google Shape;270;p25"/>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5"/>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272" name="Google Shape;272;p25"/>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3" name="Google Shape;273;p25"/>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274" name="Google Shape;274;p25"/>
          <p:cNvCxnSpPr/>
          <p:nvPr/>
        </p:nvCxnSpPr>
        <p:spPr>
          <a:xfrm rot="10800000" flipH="1">
            <a:off x="347659" y="4749851"/>
            <a:ext cx="8448600" cy="33000"/>
          </a:xfrm>
          <a:prstGeom prst="straightConnector1">
            <a:avLst/>
          </a:prstGeom>
          <a:noFill/>
          <a:ln w="19050" cap="flat" cmpd="sng">
            <a:solidFill>
              <a:schemeClr val="lt1"/>
            </a:solidFill>
            <a:prstDash val="solid"/>
            <a:round/>
            <a:headEnd type="oval" w="med" len="med"/>
            <a:tailEnd type="oval" w="med" len="med"/>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95"/>
        <p:cNvGrpSpPr/>
        <p:nvPr/>
      </p:nvGrpSpPr>
      <p:grpSpPr>
        <a:xfrm>
          <a:off x="0" y="0"/>
          <a:ext cx="0" cy="0"/>
          <a:chOff x="0" y="0"/>
          <a:chExt cx="0" cy="0"/>
        </a:xfrm>
      </p:grpSpPr>
      <p:sp>
        <p:nvSpPr>
          <p:cNvPr id="96" name="Google Shape;96;p13"/>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8" name="Google Shape;98;p13"/>
          <p:cNvSpPr txBox="1">
            <a:spLocks noGrp="1"/>
          </p:cNvSpPr>
          <p:nvPr>
            <p:ph type="subTitle" idx="1"/>
          </p:nvPr>
        </p:nvSpPr>
        <p:spPr>
          <a:xfrm>
            <a:off x="713225" y="20181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99" name="Google Shape;99;p13"/>
          <p:cNvSpPr txBox="1">
            <a:spLocks noGrp="1"/>
          </p:cNvSpPr>
          <p:nvPr>
            <p:ph type="subTitle" idx="2"/>
          </p:nvPr>
        </p:nvSpPr>
        <p:spPr>
          <a:xfrm>
            <a:off x="713225" y="3870728"/>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0" name="Google Shape;100;p13"/>
          <p:cNvSpPr txBox="1">
            <a:spLocks noGrp="1"/>
          </p:cNvSpPr>
          <p:nvPr>
            <p:ph type="subTitle" idx="3"/>
          </p:nvPr>
        </p:nvSpPr>
        <p:spPr>
          <a:xfrm>
            <a:off x="3359125" y="38707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1" name="Google Shape;101;p13"/>
          <p:cNvSpPr txBox="1">
            <a:spLocks noGrp="1"/>
          </p:cNvSpPr>
          <p:nvPr>
            <p:ph type="subTitle" idx="4"/>
          </p:nvPr>
        </p:nvSpPr>
        <p:spPr>
          <a:xfrm>
            <a:off x="3359125" y="20180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2" name="Google Shape;102;p13"/>
          <p:cNvSpPr txBox="1">
            <a:spLocks noGrp="1"/>
          </p:cNvSpPr>
          <p:nvPr>
            <p:ph type="title" idx="5" hasCustomPrompt="1"/>
          </p:nvPr>
        </p:nvSpPr>
        <p:spPr>
          <a:xfrm>
            <a:off x="713225" y="1141288"/>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title" idx="6" hasCustomPrompt="1"/>
          </p:nvPr>
        </p:nvSpPr>
        <p:spPr>
          <a:xfrm>
            <a:off x="3359125"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4" name="Google Shape;104;p13"/>
          <p:cNvSpPr txBox="1">
            <a:spLocks noGrp="1"/>
          </p:cNvSpPr>
          <p:nvPr>
            <p:ph type="title" idx="7" hasCustomPrompt="1"/>
          </p:nvPr>
        </p:nvSpPr>
        <p:spPr>
          <a:xfrm>
            <a:off x="713225"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5" name="Google Shape;105;p13"/>
          <p:cNvSpPr txBox="1">
            <a:spLocks noGrp="1"/>
          </p:cNvSpPr>
          <p:nvPr>
            <p:ph type="title" idx="8" hasCustomPrompt="1"/>
          </p:nvPr>
        </p:nvSpPr>
        <p:spPr>
          <a:xfrm>
            <a:off x="3359125" y="1142055"/>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subTitle" idx="9"/>
          </p:nvPr>
        </p:nvSpPr>
        <p:spPr>
          <a:xfrm>
            <a:off x="5997638" y="38707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7" name="Google Shape;107;p13"/>
          <p:cNvSpPr txBox="1">
            <a:spLocks noGrp="1"/>
          </p:cNvSpPr>
          <p:nvPr>
            <p:ph type="subTitle" idx="13"/>
          </p:nvPr>
        </p:nvSpPr>
        <p:spPr>
          <a:xfrm>
            <a:off x="5997638" y="2018025"/>
            <a:ext cx="2426100" cy="5382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08" name="Google Shape;108;p13"/>
          <p:cNvSpPr txBox="1">
            <a:spLocks noGrp="1"/>
          </p:cNvSpPr>
          <p:nvPr>
            <p:ph type="title" idx="14" hasCustomPrompt="1"/>
          </p:nvPr>
        </p:nvSpPr>
        <p:spPr>
          <a:xfrm>
            <a:off x="5997638" y="2994063"/>
            <a:ext cx="656100" cy="4389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9" name="Google Shape;109;p13"/>
          <p:cNvSpPr txBox="1">
            <a:spLocks noGrp="1"/>
          </p:cNvSpPr>
          <p:nvPr>
            <p:ph type="title" idx="15" hasCustomPrompt="1"/>
          </p:nvPr>
        </p:nvSpPr>
        <p:spPr>
          <a:xfrm>
            <a:off x="5997638" y="1142055"/>
            <a:ext cx="656100" cy="438000"/>
          </a:xfrm>
          <a:prstGeom prst="rect">
            <a:avLst/>
          </a:prstGeom>
          <a:noFill/>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sz="2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0" name="Google Shape;110;p13"/>
          <p:cNvSpPr txBox="1">
            <a:spLocks noGrp="1"/>
          </p:cNvSpPr>
          <p:nvPr>
            <p:ph type="subTitle" idx="16"/>
          </p:nvPr>
        </p:nvSpPr>
        <p:spPr>
          <a:xfrm>
            <a:off x="713225"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1" name="Google Shape;111;p13"/>
          <p:cNvSpPr txBox="1">
            <a:spLocks noGrp="1"/>
          </p:cNvSpPr>
          <p:nvPr>
            <p:ph type="subTitle" idx="17"/>
          </p:nvPr>
        </p:nvSpPr>
        <p:spPr>
          <a:xfrm>
            <a:off x="713225" y="3447136"/>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2" name="Google Shape;112;p13"/>
          <p:cNvSpPr txBox="1">
            <a:spLocks noGrp="1"/>
          </p:cNvSpPr>
          <p:nvPr>
            <p:ph type="subTitle" idx="18"/>
          </p:nvPr>
        </p:nvSpPr>
        <p:spPr>
          <a:xfrm>
            <a:off x="3359125" y="3447125"/>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3" name="Google Shape;113;p13"/>
          <p:cNvSpPr txBox="1">
            <a:spLocks noGrp="1"/>
          </p:cNvSpPr>
          <p:nvPr>
            <p:ph type="subTitle" idx="19"/>
          </p:nvPr>
        </p:nvSpPr>
        <p:spPr>
          <a:xfrm>
            <a:off x="3359125"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4" name="Google Shape;114;p13"/>
          <p:cNvSpPr txBox="1">
            <a:spLocks noGrp="1"/>
          </p:cNvSpPr>
          <p:nvPr>
            <p:ph type="subTitle" idx="20"/>
          </p:nvPr>
        </p:nvSpPr>
        <p:spPr>
          <a:xfrm>
            <a:off x="5997638" y="3447125"/>
            <a:ext cx="2423100" cy="4284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sp>
        <p:nvSpPr>
          <p:cNvPr id="115" name="Google Shape;115;p13"/>
          <p:cNvSpPr txBox="1">
            <a:spLocks noGrp="1"/>
          </p:cNvSpPr>
          <p:nvPr>
            <p:ph type="subTitle" idx="21"/>
          </p:nvPr>
        </p:nvSpPr>
        <p:spPr>
          <a:xfrm>
            <a:off x="5997638" y="1594575"/>
            <a:ext cx="2423100" cy="438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2400"/>
              <a:buFont typeface="Bebas Neue"/>
              <a:buNone/>
              <a:defRPr sz="2000" b="1">
                <a:latin typeface="Quicksand"/>
                <a:ea typeface="Quicksand"/>
                <a:cs typeface="Quicksand"/>
                <a:sym typeface="Quicksan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160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1600"/>
              </a:spcBef>
              <a:spcAft>
                <a:spcPts val="1600"/>
              </a:spcAft>
              <a:buSzPts val="2400"/>
              <a:buFont typeface="Bebas Neue"/>
              <a:buNone/>
              <a:defRPr sz="2400">
                <a:latin typeface="Bebas Neue"/>
                <a:ea typeface="Bebas Neue"/>
                <a:cs typeface="Bebas Neue"/>
                <a:sym typeface="Bebas Neue"/>
              </a:defRPr>
            </a:lvl9pPr>
          </a:lstStyle>
          <a:p>
            <a:endParaRPr/>
          </a:p>
        </p:txBody>
      </p:sp>
      <p:cxnSp>
        <p:nvCxnSpPr>
          <p:cNvPr id="116" name="Google Shape;116;p13"/>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17" name="Google Shape;117;p13"/>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8" name="Google Shape;118;p13"/>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19" name="Google Shape;119;p13"/>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20" name="Google Shape;120;p1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21" name="Google Shape;121;p13"/>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Tree>
    <p:extLst>
      <p:ext uri="{BB962C8B-B14F-4D97-AF65-F5344CB8AC3E}">
        <p14:creationId xmlns:p14="http://schemas.microsoft.com/office/powerpoint/2010/main" val="2037947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22"/>
        <p:cNvGrpSpPr/>
        <p:nvPr/>
      </p:nvGrpSpPr>
      <p:grpSpPr>
        <a:xfrm>
          <a:off x="0" y="0"/>
          <a:ext cx="0" cy="0"/>
          <a:chOff x="0" y="0"/>
          <a:chExt cx="0" cy="0"/>
        </a:xfrm>
      </p:grpSpPr>
      <p:sp>
        <p:nvSpPr>
          <p:cNvPr id="123" name="Google Shape;123;p14"/>
          <p:cNvSpPr/>
          <p:nvPr/>
        </p:nvSpPr>
        <p:spPr>
          <a:xfrm>
            <a:off x="145950" y="149100"/>
            <a:ext cx="8852100" cy="48453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4" name="Google Shape;124;p14"/>
          <p:cNvCxnSpPr/>
          <p:nvPr/>
        </p:nvCxnSpPr>
        <p:spPr>
          <a:xfrm>
            <a:off x="382625" y="339563"/>
            <a:ext cx="3803400" cy="0"/>
          </a:xfrm>
          <a:prstGeom prst="straightConnector1">
            <a:avLst/>
          </a:prstGeom>
          <a:noFill/>
          <a:ln w="19050" cap="flat" cmpd="sng">
            <a:solidFill>
              <a:schemeClr val="lt1"/>
            </a:solidFill>
            <a:prstDash val="solid"/>
            <a:round/>
            <a:headEnd type="oval" w="med" len="med"/>
            <a:tailEnd type="none" w="med" len="med"/>
          </a:ln>
        </p:spPr>
      </p:cxnSp>
      <p:sp>
        <p:nvSpPr>
          <p:cNvPr id="125" name="Google Shape;125;p14"/>
          <p:cNvSpPr/>
          <p:nvPr/>
        </p:nvSpPr>
        <p:spPr>
          <a:xfrm>
            <a:off x="4452300" y="219875"/>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6" name="Google Shape;126;p14"/>
          <p:cNvCxnSpPr/>
          <p:nvPr/>
        </p:nvCxnSpPr>
        <p:spPr>
          <a:xfrm>
            <a:off x="4957925" y="339563"/>
            <a:ext cx="3803400" cy="0"/>
          </a:xfrm>
          <a:prstGeom prst="straightConnector1">
            <a:avLst/>
          </a:prstGeom>
          <a:noFill/>
          <a:ln w="19050" cap="flat" cmpd="sng">
            <a:solidFill>
              <a:schemeClr val="lt1"/>
            </a:solidFill>
            <a:prstDash val="solid"/>
            <a:round/>
            <a:headEnd type="none" w="med" len="med"/>
            <a:tailEnd type="oval" w="med" len="med"/>
          </a:ln>
        </p:spPr>
      </p:cxnSp>
      <p:cxnSp>
        <p:nvCxnSpPr>
          <p:cNvPr id="127" name="Google Shape;127;p14"/>
          <p:cNvCxnSpPr/>
          <p:nvPr/>
        </p:nvCxnSpPr>
        <p:spPr>
          <a:xfrm>
            <a:off x="382650" y="4798838"/>
            <a:ext cx="3803400" cy="0"/>
          </a:xfrm>
          <a:prstGeom prst="straightConnector1">
            <a:avLst/>
          </a:prstGeom>
          <a:noFill/>
          <a:ln w="19050" cap="flat" cmpd="sng">
            <a:solidFill>
              <a:schemeClr val="lt1"/>
            </a:solidFill>
            <a:prstDash val="solid"/>
            <a:round/>
            <a:headEnd type="oval" w="med" len="med"/>
            <a:tailEnd type="none" w="med" len="med"/>
          </a:ln>
        </p:spPr>
      </p:cxnSp>
      <p:sp>
        <p:nvSpPr>
          <p:cNvPr id="128" name="Google Shape;128;p1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lvl1pPr lvl="0" algn="ctr" rtl="0">
              <a:buNone/>
              <a:defRPr>
                <a:solidFill>
                  <a:schemeClr val="dk2"/>
                </a:solidFill>
              </a:defRPr>
            </a:lvl1pPr>
            <a:lvl2pPr lvl="1" algn="ctr" rtl="0">
              <a:buNone/>
              <a:defRPr>
                <a:solidFill>
                  <a:schemeClr val="dk2"/>
                </a:solidFill>
              </a:defRPr>
            </a:lvl2pPr>
            <a:lvl3pPr lvl="2" algn="ctr" rtl="0">
              <a:buNone/>
              <a:defRPr>
                <a:solidFill>
                  <a:schemeClr val="dk2"/>
                </a:solidFill>
              </a:defRPr>
            </a:lvl3pPr>
            <a:lvl4pPr lvl="3" algn="ctr" rtl="0">
              <a:buNone/>
              <a:defRPr>
                <a:solidFill>
                  <a:schemeClr val="dk2"/>
                </a:solidFill>
              </a:defRPr>
            </a:lvl4pPr>
            <a:lvl5pPr lvl="4" algn="ctr" rtl="0">
              <a:buNone/>
              <a:defRPr>
                <a:solidFill>
                  <a:schemeClr val="dk2"/>
                </a:solidFill>
              </a:defRPr>
            </a:lvl5pPr>
            <a:lvl6pPr lvl="5" algn="ctr" rtl="0">
              <a:buNone/>
              <a:defRPr>
                <a:solidFill>
                  <a:schemeClr val="dk2"/>
                </a:solidFill>
              </a:defRPr>
            </a:lvl6pPr>
            <a:lvl7pPr lvl="6" algn="ctr" rtl="0">
              <a:buNone/>
              <a:defRPr>
                <a:solidFill>
                  <a:schemeClr val="dk2"/>
                </a:solidFill>
              </a:defRPr>
            </a:lvl7pPr>
            <a:lvl8pPr lvl="7" algn="ctr" rtl="0">
              <a:buNone/>
              <a:defRPr>
                <a:solidFill>
                  <a:schemeClr val="dk2"/>
                </a:solidFill>
              </a:defRPr>
            </a:lvl8pPr>
            <a:lvl9pPr lvl="8" algn="ctr" rtl="0">
              <a:buNone/>
              <a:defRPr>
                <a:solidFill>
                  <a:schemeClr val="dk2"/>
                </a:solidFill>
              </a:defRPr>
            </a:lvl9pPr>
          </a:lstStyle>
          <a:p>
            <a:pPr marL="0" lvl="0" indent="0" algn="ctr" rtl="0">
              <a:spcBef>
                <a:spcPts val="0"/>
              </a:spcBef>
              <a:spcAft>
                <a:spcPts val="0"/>
              </a:spcAft>
              <a:buNone/>
            </a:pPr>
            <a:fld id="{00000000-1234-1234-1234-123412341234}" type="slidenum">
              <a:rPr lang="en"/>
              <a:t>‹#›</a:t>
            </a:fld>
            <a:endParaRPr/>
          </a:p>
        </p:txBody>
      </p:sp>
      <p:cxnSp>
        <p:nvCxnSpPr>
          <p:cNvPr id="129" name="Google Shape;129;p14"/>
          <p:cNvCxnSpPr/>
          <p:nvPr/>
        </p:nvCxnSpPr>
        <p:spPr>
          <a:xfrm>
            <a:off x="4957950" y="4798838"/>
            <a:ext cx="3803400" cy="0"/>
          </a:xfrm>
          <a:prstGeom prst="straightConnector1">
            <a:avLst/>
          </a:prstGeom>
          <a:noFill/>
          <a:ln w="19050" cap="flat" cmpd="sng">
            <a:solidFill>
              <a:schemeClr val="lt1"/>
            </a:solidFill>
            <a:prstDash val="solid"/>
            <a:round/>
            <a:headEnd type="none" w="med" len="med"/>
            <a:tailEnd type="oval" w="med" len="med"/>
          </a:ln>
        </p:spPr>
      </p:cxnSp>
      <p:sp>
        <p:nvSpPr>
          <p:cNvPr id="130" name="Google Shape;130;p14"/>
          <p:cNvSpPr txBox="1">
            <a:spLocks noGrp="1"/>
          </p:cNvSpPr>
          <p:nvPr>
            <p:ph type="title"/>
          </p:nvPr>
        </p:nvSpPr>
        <p:spPr>
          <a:xfrm>
            <a:off x="969900" y="3387600"/>
            <a:ext cx="7204200" cy="531900"/>
          </a:xfrm>
          <a:prstGeom prst="rect">
            <a:avLst/>
          </a:prstGeom>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a:solidFill>
                  <a:schemeClr val="dk2"/>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31" name="Google Shape;131;p14"/>
          <p:cNvSpPr txBox="1">
            <a:spLocks noGrp="1"/>
          </p:cNvSpPr>
          <p:nvPr>
            <p:ph type="subTitle" idx="1"/>
          </p:nvPr>
        </p:nvSpPr>
        <p:spPr>
          <a:xfrm>
            <a:off x="969900" y="1312625"/>
            <a:ext cx="7204200" cy="147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1600"/>
              </a:spcBef>
              <a:spcAft>
                <a:spcPts val="0"/>
              </a:spcAft>
              <a:buSzPts val="3000"/>
              <a:buNone/>
              <a:defRPr sz="3000"/>
            </a:lvl3pPr>
            <a:lvl4pPr lvl="3" algn="ctr" rtl="0">
              <a:lnSpc>
                <a:spcPct val="100000"/>
              </a:lnSpc>
              <a:spcBef>
                <a:spcPts val="1600"/>
              </a:spcBef>
              <a:spcAft>
                <a:spcPts val="0"/>
              </a:spcAft>
              <a:buSzPts val="3000"/>
              <a:buNone/>
              <a:defRPr sz="3000"/>
            </a:lvl4pPr>
            <a:lvl5pPr lvl="4" algn="ctr" rtl="0">
              <a:lnSpc>
                <a:spcPct val="100000"/>
              </a:lnSpc>
              <a:spcBef>
                <a:spcPts val="1600"/>
              </a:spcBef>
              <a:spcAft>
                <a:spcPts val="0"/>
              </a:spcAft>
              <a:buSzPts val="3000"/>
              <a:buNone/>
              <a:defRPr sz="3000"/>
            </a:lvl5pPr>
            <a:lvl6pPr lvl="5" algn="ctr" rtl="0">
              <a:lnSpc>
                <a:spcPct val="100000"/>
              </a:lnSpc>
              <a:spcBef>
                <a:spcPts val="1600"/>
              </a:spcBef>
              <a:spcAft>
                <a:spcPts val="0"/>
              </a:spcAft>
              <a:buSzPts val="3000"/>
              <a:buNone/>
              <a:defRPr sz="3000"/>
            </a:lvl6pPr>
            <a:lvl7pPr lvl="6" algn="ctr" rtl="0">
              <a:lnSpc>
                <a:spcPct val="100000"/>
              </a:lnSpc>
              <a:spcBef>
                <a:spcPts val="1600"/>
              </a:spcBef>
              <a:spcAft>
                <a:spcPts val="0"/>
              </a:spcAft>
              <a:buSzPts val="3000"/>
              <a:buNone/>
              <a:defRPr sz="3000"/>
            </a:lvl7pPr>
            <a:lvl8pPr lvl="7" algn="ctr" rtl="0">
              <a:lnSpc>
                <a:spcPct val="100000"/>
              </a:lnSpc>
              <a:spcBef>
                <a:spcPts val="1600"/>
              </a:spcBef>
              <a:spcAft>
                <a:spcPts val="0"/>
              </a:spcAft>
              <a:buSzPts val="3000"/>
              <a:buNone/>
              <a:defRPr sz="3000"/>
            </a:lvl8pPr>
            <a:lvl9pPr lvl="8" algn="ctr" rtl="0">
              <a:lnSpc>
                <a:spcPct val="100000"/>
              </a:lnSpc>
              <a:spcBef>
                <a:spcPts val="1600"/>
              </a:spcBef>
              <a:spcAft>
                <a:spcPts val="1600"/>
              </a:spcAft>
              <a:buSzPts val="3000"/>
              <a:buNone/>
              <a:defRPr sz="3000"/>
            </a:lvl9pPr>
          </a:lstStyle>
          <a:p>
            <a:endParaRPr/>
          </a:p>
        </p:txBody>
      </p:sp>
    </p:spTree>
    <p:extLst>
      <p:ext uri="{BB962C8B-B14F-4D97-AF65-F5344CB8AC3E}">
        <p14:creationId xmlns:p14="http://schemas.microsoft.com/office/powerpoint/2010/main" val="18650101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1pPr>
            <a:lvl2pPr lvl="1"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2pPr>
            <a:lvl3pPr lvl="2"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3pPr>
            <a:lvl4pPr lvl="3"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4pPr>
            <a:lvl5pPr lvl="4"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5pPr>
            <a:lvl6pPr lvl="5"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6pPr>
            <a:lvl7pPr lvl="6"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7pPr>
            <a:lvl8pPr lvl="7"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8pPr>
            <a:lvl9pPr lvl="8" rtl="0">
              <a:spcBef>
                <a:spcPts val="0"/>
              </a:spcBef>
              <a:spcAft>
                <a:spcPts val="0"/>
              </a:spcAft>
              <a:buClr>
                <a:schemeClr val="dk1"/>
              </a:buClr>
              <a:buSzPts val="3000"/>
              <a:buFont typeface="Quicksand"/>
              <a:buNone/>
              <a:defRPr sz="3000" b="1">
                <a:solidFill>
                  <a:schemeClr val="dk1"/>
                </a:solidFill>
                <a:latin typeface="Quicksand"/>
                <a:ea typeface="Quicksand"/>
                <a:cs typeface="Quicksand"/>
                <a:sym typeface="Quicksand"/>
              </a:defRPr>
            </a:lvl9pPr>
          </a:lstStyle>
          <a:p>
            <a:endParaRPr/>
          </a:p>
        </p:txBody>
      </p:sp>
      <p:sp>
        <p:nvSpPr>
          <p:cNvPr id="7" name="Google Shape;7;p1"/>
          <p:cNvSpPr txBox="1">
            <a:spLocks noGrp="1"/>
          </p:cNvSpPr>
          <p:nvPr>
            <p:ph type="body" idx="1"/>
          </p:nvPr>
        </p:nvSpPr>
        <p:spPr>
          <a:xfrm>
            <a:off x="713400"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1pPr>
            <a:lvl2pPr marL="914400" lvl="1"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2pPr>
            <a:lvl3pPr marL="1371600" lvl="2"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3pPr>
            <a:lvl4pPr marL="1828800" lvl="3"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4pPr>
            <a:lvl5pPr marL="2286000" lvl="4"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5pPr>
            <a:lvl6pPr marL="2743200" lvl="5"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6pPr>
            <a:lvl7pPr marL="3200400" lvl="6"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7pPr>
            <a:lvl8pPr marL="3657600" lvl="7" indent="-317500">
              <a:lnSpc>
                <a:spcPct val="115000"/>
              </a:lnSpc>
              <a:spcBef>
                <a:spcPts val="1600"/>
              </a:spcBef>
              <a:spcAft>
                <a:spcPts val="0"/>
              </a:spcAft>
              <a:buClr>
                <a:schemeClr val="dk1"/>
              </a:buClr>
              <a:buSzPts val="1400"/>
              <a:buFont typeface="Mulish"/>
              <a:buChar char="○"/>
              <a:defRPr>
                <a:solidFill>
                  <a:schemeClr val="dk1"/>
                </a:solidFill>
                <a:latin typeface="Mulish"/>
                <a:ea typeface="Mulish"/>
                <a:cs typeface="Mulish"/>
                <a:sym typeface="Mulish"/>
              </a:defRPr>
            </a:lvl8pPr>
            <a:lvl9pPr marL="4114800" lvl="8" indent="-317500">
              <a:lnSpc>
                <a:spcPct val="115000"/>
              </a:lnSpc>
              <a:spcBef>
                <a:spcPts val="1600"/>
              </a:spcBef>
              <a:spcAft>
                <a:spcPts val="1600"/>
              </a:spcAft>
              <a:buClr>
                <a:schemeClr val="dk1"/>
              </a:buClr>
              <a:buSzPts val="1400"/>
              <a:buFont typeface="Mulish"/>
              <a:buChar char="■"/>
              <a:defRPr>
                <a:solidFill>
                  <a:schemeClr val="dk1"/>
                </a:solidFill>
                <a:latin typeface="Mulish"/>
                <a:ea typeface="Mulish"/>
                <a:cs typeface="Mulish"/>
                <a:sym typeface="Mulish"/>
              </a:defRPr>
            </a:lvl9pPr>
          </a:lstStyle>
          <a:p>
            <a:endParaRPr/>
          </a:p>
        </p:txBody>
      </p:sp>
      <p:sp>
        <p:nvSpPr>
          <p:cNvPr id="8" name="Google Shape;8;p1"/>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a:buNone/>
              <a:defRPr sz="1300">
                <a:solidFill>
                  <a:schemeClr val="dk1"/>
                </a:solidFill>
                <a:latin typeface="Mulish"/>
                <a:ea typeface="Mulish"/>
                <a:cs typeface="Mulish"/>
                <a:sym typeface="Mulish"/>
              </a:defRPr>
            </a:lvl1pPr>
            <a:lvl2pPr lvl="1" algn="r">
              <a:buNone/>
              <a:defRPr sz="1300">
                <a:solidFill>
                  <a:schemeClr val="dk1"/>
                </a:solidFill>
                <a:latin typeface="Mulish"/>
                <a:ea typeface="Mulish"/>
                <a:cs typeface="Mulish"/>
                <a:sym typeface="Mulish"/>
              </a:defRPr>
            </a:lvl2pPr>
            <a:lvl3pPr lvl="2" algn="r">
              <a:buNone/>
              <a:defRPr sz="1300">
                <a:solidFill>
                  <a:schemeClr val="dk1"/>
                </a:solidFill>
                <a:latin typeface="Mulish"/>
                <a:ea typeface="Mulish"/>
                <a:cs typeface="Mulish"/>
                <a:sym typeface="Mulish"/>
              </a:defRPr>
            </a:lvl3pPr>
            <a:lvl4pPr lvl="3" algn="r">
              <a:buNone/>
              <a:defRPr sz="1300">
                <a:solidFill>
                  <a:schemeClr val="dk1"/>
                </a:solidFill>
                <a:latin typeface="Mulish"/>
                <a:ea typeface="Mulish"/>
                <a:cs typeface="Mulish"/>
                <a:sym typeface="Mulish"/>
              </a:defRPr>
            </a:lvl4pPr>
            <a:lvl5pPr lvl="4" algn="r">
              <a:buNone/>
              <a:defRPr sz="1300">
                <a:solidFill>
                  <a:schemeClr val="dk1"/>
                </a:solidFill>
                <a:latin typeface="Mulish"/>
                <a:ea typeface="Mulish"/>
                <a:cs typeface="Mulish"/>
                <a:sym typeface="Mulish"/>
              </a:defRPr>
            </a:lvl5pPr>
            <a:lvl6pPr lvl="5" algn="r">
              <a:buNone/>
              <a:defRPr sz="1300">
                <a:solidFill>
                  <a:schemeClr val="dk1"/>
                </a:solidFill>
                <a:latin typeface="Mulish"/>
                <a:ea typeface="Mulish"/>
                <a:cs typeface="Mulish"/>
                <a:sym typeface="Mulish"/>
              </a:defRPr>
            </a:lvl6pPr>
            <a:lvl7pPr lvl="6" algn="r">
              <a:buNone/>
              <a:defRPr sz="1300">
                <a:solidFill>
                  <a:schemeClr val="dk1"/>
                </a:solidFill>
                <a:latin typeface="Mulish"/>
                <a:ea typeface="Mulish"/>
                <a:cs typeface="Mulish"/>
                <a:sym typeface="Mulish"/>
              </a:defRPr>
            </a:lvl7pPr>
            <a:lvl8pPr lvl="7" algn="r">
              <a:buNone/>
              <a:defRPr sz="1300">
                <a:solidFill>
                  <a:schemeClr val="dk1"/>
                </a:solidFill>
                <a:latin typeface="Mulish"/>
                <a:ea typeface="Mulish"/>
                <a:cs typeface="Mulish"/>
                <a:sym typeface="Mulish"/>
              </a:defRPr>
            </a:lvl8pPr>
            <a:lvl9pPr lvl="8" algn="r">
              <a:buNone/>
              <a:defRPr sz="1300">
                <a:solidFill>
                  <a:schemeClr val="dk1"/>
                </a:solidFill>
                <a:latin typeface="Mulish"/>
                <a:ea typeface="Mulish"/>
                <a:cs typeface="Mulish"/>
                <a:sym typeface="Mulish"/>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5" r:id="rId4"/>
    <p:sldLayoutId id="2147483658" r:id="rId5"/>
    <p:sldLayoutId id="2147483664" r:id="rId6"/>
    <p:sldLayoutId id="2147483670" r:id="rId7"/>
    <p:sldLayoutId id="2147483671"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84"/>
        <p:cNvGrpSpPr/>
        <p:nvPr/>
      </p:nvGrpSpPr>
      <p:grpSpPr>
        <a:xfrm>
          <a:off x="0" y="0"/>
          <a:ext cx="0" cy="0"/>
          <a:chOff x="0" y="0"/>
          <a:chExt cx="0" cy="0"/>
        </a:xfrm>
      </p:grpSpPr>
      <p:sp>
        <p:nvSpPr>
          <p:cNvPr id="285" name="Google Shape;285;p29"/>
          <p:cNvSpPr txBox="1">
            <a:spLocks noGrp="1"/>
          </p:cNvSpPr>
          <p:nvPr>
            <p:ph type="ctrTitle"/>
          </p:nvPr>
        </p:nvSpPr>
        <p:spPr>
          <a:xfrm>
            <a:off x="1617700" y="309012"/>
            <a:ext cx="5925600" cy="1676213"/>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200" b="1" dirty="0" smtClean="0">
                <a:solidFill>
                  <a:schemeClr val="tx1"/>
                </a:solidFill>
              </a:rPr>
              <a:t>Sistem Informasi Rekam Medis Elektronik Berbasis Client Server Pada Puskesmas Siulak Mukai</a:t>
            </a:r>
            <a:endParaRPr sz="2200" b="1" dirty="0">
              <a:solidFill>
                <a:schemeClr val="tx1"/>
              </a:solidFill>
            </a:endParaRPr>
          </a:p>
        </p:txBody>
      </p:sp>
      <p:sp>
        <p:nvSpPr>
          <p:cNvPr id="286" name="Google Shape;286;p29"/>
          <p:cNvSpPr txBox="1">
            <a:spLocks noGrp="1"/>
          </p:cNvSpPr>
          <p:nvPr>
            <p:ph type="subTitle" idx="1"/>
          </p:nvPr>
        </p:nvSpPr>
        <p:spPr>
          <a:xfrm>
            <a:off x="1475656" y="4256190"/>
            <a:ext cx="5942700" cy="47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smtClean="0">
                <a:solidFill>
                  <a:schemeClr val="tx1"/>
                </a:solidFill>
              </a:rPr>
              <a:t>Dosen Pembimbing I	: Heru Saputra, M.Kom</a:t>
            </a:r>
          </a:p>
          <a:p>
            <a:pPr marL="0" lvl="0" indent="0" algn="l" rtl="0">
              <a:spcBef>
                <a:spcPts val="0"/>
              </a:spcBef>
              <a:spcAft>
                <a:spcPts val="0"/>
              </a:spcAft>
              <a:buNone/>
            </a:pPr>
            <a:r>
              <a:rPr lang="en" sz="1200" b="1" dirty="0" smtClean="0">
                <a:solidFill>
                  <a:schemeClr val="tx1"/>
                </a:solidFill>
              </a:rPr>
              <a:t>Dosen Pembimbing II	: Karfindo, M.Kom</a:t>
            </a:r>
            <a:endParaRPr sz="1200" b="1" dirty="0">
              <a:solidFill>
                <a:schemeClr val="tx1"/>
              </a:solidFill>
            </a:endParaRPr>
          </a:p>
        </p:txBody>
      </p:sp>
      <p:cxnSp>
        <p:nvCxnSpPr>
          <p:cNvPr id="287" name="Google Shape;287;p29"/>
          <p:cNvCxnSpPr/>
          <p:nvPr/>
        </p:nvCxnSpPr>
        <p:spPr>
          <a:xfrm rot="10800000" flipH="1">
            <a:off x="1600600" y="4731990"/>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288" name="Google Shape;288;p29"/>
          <p:cNvCxnSpPr/>
          <p:nvPr/>
        </p:nvCxnSpPr>
        <p:spPr>
          <a:xfrm rot="10800000" flipH="1">
            <a:off x="1600600" y="411511"/>
            <a:ext cx="5942700" cy="6600"/>
          </a:xfrm>
          <a:prstGeom prst="straightConnector1">
            <a:avLst/>
          </a:prstGeom>
          <a:noFill/>
          <a:ln w="19050" cap="flat" cmpd="sng">
            <a:solidFill>
              <a:schemeClr val="lt1"/>
            </a:solidFill>
            <a:prstDash val="solid"/>
            <a:round/>
            <a:headEnd type="oval" w="med" len="med"/>
            <a:tailEnd type="oval" w="med" len="med"/>
          </a:ln>
        </p:spPr>
      </p:cxnSp>
      <p:sp>
        <p:nvSpPr>
          <p:cNvPr id="289" name="Google Shape;289;p29"/>
          <p:cNvSpPr/>
          <p:nvPr/>
        </p:nvSpPr>
        <p:spPr>
          <a:xfrm>
            <a:off x="1519792" y="2499742"/>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9"/>
          <p:cNvSpPr/>
          <p:nvPr/>
        </p:nvSpPr>
        <p:spPr>
          <a:xfrm>
            <a:off x="7356936" y="2499742"/>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4395" y="1851670"/>
            <a:ext cx="1075109" cy="1121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Google Shape;286;p29"/>
          <p:cNvSpPr txBox="1">
            <a:spLocks/>
          </p:cNvSpPr>
          <p:nvPr/>
        </p:nvSpPr>
        <p:spPr>
          <a:xfrm>
            <a:off x="1600600" y="3075806"/>
            <a:ext cx="5942700" cy="72008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Mulish"/>
              <a:buNone/>
              <a:defRPr sz="1600" b="0" i="0" u="none" strike="noStrike" cap="none">
                <a:solidFill>
                  <a:schemeClr val="dk1"/>
                </a:solidFill>
                <a:latin typeface="Mulish"/>
                <a:ea typeface="Mulish"/>
                <a:cs typeface="Mulish"/>
                <a:sym typeface="Mulish"/>
              </a:defRPr>
            </a:lvl1pPr>
            <a:lvl2pPr marL="914400" marR="0" lvl="1"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2pPr>
            <a:lvl3pPr marL="1371600" marR="0" lvl="2"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3pPr>
            <a:lvl4pPr marL="1828800" marR="0" lvl="3"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4pPr>
            <a:lvl5pPr marL="2286000" marR="0" lvl="4"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5pPr>
            <a:lvl6pPr marL="2743200" marR="0" lvl="5"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6pPr>
            <a:lvl7pPr marL="3200400" marR="0" lvl="6"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7pPr>
            <a:lvl8pPr marL="3657600" marR="0" lvl="7"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8pPr>
            <a:lvl9pPr marL="4114800" marR="0" lvl="8" indent="-317500" algn="ctr" rtl="0">
              <a:lnSpc>
                <a:spcPct val="100000"/>
              </a:lnSpc>
              <a:spcBef>
                <a:spcPts val="0"/>
              </a:spcBef>
              <a:spcAft>
                <a:spcPts val="0"/>
              </a:spcAft>
              <a:buClr>
                <a:schemeClr val="dk1"/>
              </a:buClr>
              <a:buSzPts val="1800"/>
              <a:buFont typeface="Mulish"/>
              <a:buNone/>
              <a:defRPr sz="1800" b="0" i="0" u="none" strike="noStrike" cap="none">
                <a:solidFill>
                  <a:schemeClr val="dk1"/>
                </a:solidFill>
                <a:latin typeface="Mulish"/>
                <a:ea typeface="Mulish"/>
                <a:cs typeface="Mulish"/>
                <a:sym typeface="Mulish"/>
              </a:defRPr>
            </a:lvl9pPr>
          </a:lstStyle>
          <a:p>
            <a:pPr marL="0" indent="0">
              <a:lnSpc>
                <a:spcPct val="150000"/>
              </a:lnSpc>
            </a:pPr>
            <a:r>
              <a:rPr lang="en-US" b="1" dirty="0" err="1" smtClean="0">
                <a:solidFill>
                  <a:schemeClr val="tx1"/>
                </a:solidFill>
              </a:rPr>
              <a:t>Stenly</a:t>
            </a:r>
            <a:r>
              <a:rPr lang="en-US" b="1" dirty="0" smtClean="0">
                <a:solidFill>
                  <a:schemeClr val="tx1"/>
                </a:solidFill>
              </a:rPr>
              <a:t> </a:t>
            </a:r>
            <a:r>
              <a:rPr lang="en-US" b="1" dirty="0" err="1" smtClean="0">
                <a:solidFill>
                  <a:schemeClr val="tx1"/>
                </a:solidFill>
              </a:rPr>
              <a:t>Andika</a:t>
            </a:r>
            <a:endParaRPr lang="en-US" b="1" dirty="0" smtClean="0">
              <a:solidFill>
                <a:schemeClr val="tx1"/>
              </a:solidFill>
            </a:endParaRPr>
          </a:p>
          <a:p>
            <a:pPr marL="0" indent="0">
              <a:lnSpc>
                <a:spcPct val="150000"/>
              </a:lnSpc>
            </a:pPr>
            <a:r>
              <a:rPr lang="en-US" b="1" dirty="0" smtClean="0">
                <a:solidFill>
                  <a:schemeClr val="tx1"/>
                </a:solidFill>
              </a:rPr>
              <a:t>191200013</a:t>
            </a:r>
            <a:endParaRPr lang="en-US" b="1" dirty="0">
              <a:solidFill>
                <a:schemeClr val="tx1"/>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a:spLocks noGrp="1"/>
          </p:cNvSpPr>
          <p:nvPr>
            <p:ph type="title"/>
          </p:nvPr>
        </p:nvSpPr>
        <p:spPr>
          <a:xfrm>
            <a:off x="1600600" y="1916763"/>
            <a:ext cx="3403448" cy="841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smtClean="0"/>
              <a:t>BAB</a:t>
            </a:r>
            <a:endParaRPr dirty="0"/>
          </a:p>
        </p:txBody>
      </p:sp>
      <p:sp>
        <p:nvSpPr>
          <p:cNvPr id="330" name="Google Shape;330;p32"/>
          <p:cNvSpPr txBox="1">
            <a:spLocks noGrp="1"/>
          </p:cNvSpPr>
          <p:nvPr>
            <p:ph type="subTitle" idx="1"/>
          </p:nvPr>
        </p:nvSpPr>
        <p:spPr>
          <a:xfrm>
            <a:off x="1959250" y="3003798"/>
            <a:ext cx="5225400" cy="446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b="1" dirty="0" smtClean="0">
                <a:latin typeface="Quicksand" charset="0"/>
              </a:rPr>
              <a:t>Latar Belakang Masalah</a:t>
            </a:r>
            <a:endParaRPr sz="1600" b="1" dirty="0">
              <a:latin typeface="Quicksand" charset="0"/>
            </a:endParaRPr>
          </a:p>
        </p:txBody>
      </p:sp>
      <p:sp>
        <p:nvSpPr>
          <p:cNvPr id="331" name="Google Shape;331;p32"/>
          <p:cNvSpPr txBox="1">
            <a:spLocks noGrp="1"/>
          </p:cNvSpPr>
          <p:nvPr>
            <p:ph type="title" idx="2"/>
          </p:nvPr>
        </p:nvSpPr>
        <p:spPr>
          <a:xfrm>
            <a:off x="5076056" y="1916763"/>
            <a:ext cx="2053896"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1</a:t>
            </a:r>
            <a:endParaRPr dirty="0"/>
          </a:p>
        </p:txBody>
      </p:sp>
      <p:sp>
        <p:nvSpPr>
          <p:cNvPr id="332" name="Google Shape;332;p3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1</a:t>
            </a:r>
            <a:endParaRPr dirty="0"/>
          </a:p>
        </p:txBody>
      </p:sp>
      <p:cxnSp>
        <p:nvCxnSpPr>
          <p:cNvPr id="333" name="Google Shape;333;p32"/>
          <p:cNvCxnSpPr/>
          <p:nvPr/>
        </p:nvCxnSpPr>
        <p:spPr>
          <a:xfrm rot="10800000" flipH="1">
            <a:off x="1600600" y="2910566"/>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334" name="Google Shape;334;p32"/>
          <p:cNvCxnSpPr/>
          <p:nvPr/>
        </p:nvCxnSpPr>
        <p:spPr>
          <a:xfrm rot="10800000" flipH="1">
            <a:off x="1600600" y="1714341"/>
            <a:ext cx="5942700" cy="6600"/>
          </a:xfrm>
          <a:prstGeom prst="straightConnector1">
            <a:avLst/>
          </a:prstGeom>
          <a:noFill/>
          <a:ln w="19050" cap="flat" cmpd="sng">
            <a:solidFill>
              <a:schemeClr val="lt1"/>
            </a:solidFill>
            <a:prstDash val="solid"/>
            <a:round/>
            <a:headEnd type="oval" w="med" len="med"/>
            <a:tailEnd type="oval" w="med" len="med"/>
          </a:ln>
        </p:spPr>
      </p:cxnSp>
      <p:sp>
        <p:nvSpPr>
          <p:cNvPr id="335" name="Google Shape;335;p32"/>
          <p:cNvSpPr/>
          <p:nvPr/>
        </p:nvSpPr>
        <p:spPr>
          <a:xfrm>
            <a:off x="1610824"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2"/>
          <p:cNvSpPr/>
          <p:nvPr/>
        </p:nvSpPr>
        <p:spPr>
          <a:xfrm>
            <a:off x="7280500"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Latar Belakang Masalah</a:t>
            </a:r>
            <a:endParaRPr dirty="0"/>
          </a:p>
        </p:txBody>
      </p:sp>
      <p:sp>
        <p:nvSpPr>
          <p:cNvPr id="342" name="Google Shape;342;p33"/>
          <p:cNvSpPr txBox="1">
            <a:spLocks noGrp="1"/>
          </p:cNvSpPr>
          <p:nvPr>
            <p:ph type="subTitle" idx="1"/>
          </p:nvPr>
        </p:nvSpPr>
        <p:spPr>
          <a:xfrm>
            <a:off x="720025" y="1059582"/>
            <a:ext cx="7704000" cy="36004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smtClean="0">
                <a:latin typeface="Mulish" charset="0"/>
              </a:rPr>
              <a:t>Proses manajemen puskesmas saat ini masih belum terintegrasi secara komputerisasi, baik dari bagian pendaftaran ke bagian rekam medis, dari rekam medis ke apotek, dan juga sebaliknya, dikarenakan sebagian proses yang masih dilakukan secara manual sehingga mengakibatkan beberapa masalah seperti pasien yang lupa membawa kartu berobat, tenaga kesehatan yang kesulitan mencari nomor rekam medis pasien, susahnya akses riwayat berobat pasien, dan juga petugas apotik yang kesulitan dalam menghitung logistik obat.</a:t>
            </a:r>
          </a:p>
          <a:p>
            <a:pPr marL="0" lvl="0" indent="0" algn="just" rtl="0">
              <a:spcBef>
                <a:spcPts val="0"/>
              </a:spcBef>
              <a:spcAft>
                <a:spcPts val="0"/>
              </a:spcAft>
              <a:buNone/>
            </a:pPr>
            <a:r>
              <a:rPr lang="en" dirty="0" smtClean="0">
                <a:latin typeface="Mulish" charset="0"/>
              </a:rPr>
              <a:t>Proses pendataan yang masih dilakukan secara manual dengan pencatatan menggunakan buku juga berdampak pada kerusakan, kehilangan data, maupun manipulasi data, hal ini dirasa kurang efektif dari segi perekapan data.</a:t>
            </a:r>
            <a:endParaRPr lang="en" dirty="0" smtClean="0">
              <a:latin typeface="Mulish" charset="0"/>
            </a:endParaRPr>
          </a:p>
        </p:txBody>
      </p:sp>
      <p:sp>
        <p:nvSpPr>
          <p:cNvPr id="348" name="Google Shape;348;p3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2</a:t>
            </a:r>
            <a:endParaRPr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Identifikasi Masalah</a:t>
            </a:r>
            <a:endParaRPr dirty="0"/>
          </a:p>
        </p:txBody>
      </p:sp>
      <p:sp>
        <p:nvSpPr>
          <p:cNvPr id="342" name="Google Shape;342;p33"/>
          <p:cNvSpPr txBox="1">
            <a:spLocks noGrp="1"/>
          </p:cNvSpPr>
          <p:nvPr>
            <p:ph type="subTitle" idx="1"/>
          </p:nvPr>
        </p:nvSpPr>
        <p:spPr>
          <a:xfrm>
            <a:off x="720025" y="1059582"/>
            <a:ext cx="7704000" cy="36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Berdasarkan latar belakang yang telah diuraikan, maka dapat dirumuskan permasalahannya sebagai berikut.</a:t>
            </a:r>
          </a:p>
          <a:p>
            <a:pPr marL="285750" indent="-285750">
              <a:buFont typeface="Arial" pitchFamily="34" charset="0"/>
              <a:buChar char="•"/>
            </a:pPr>
            <a:r>
              <a:rPr lang="en-US" dirty="0" err="1" smtClean="0"/>
              <a:t>Sistem</a:t>
            </a:r>
            <a:r>
              <a:rPr lang="en-US" dirty="0" smtClean="0"/>
              <a:t> </a:t>
            </a:r>
            <a:r>
              <a:rPr lang="en-US" dirty="0"/>
              <a:t>yang </a:t>
            </a:r>
            <a:r>
              <a:rPr lang="en-US" dirty="0" err="1"/>
              <a:t>belum</a:t>
            </a:r>
            <a:r>
              <a:rPr lang="en-US" dirty="0"/>
              <a:t> </a:t>
            </a:r>
            <a:r>
              <a:rPr lang="en-US" dirty="0" err="1"/>
              <a:t>terintegrasi</a:t>
            </a:r>
            <a:r>
              <a:rPr lang="en-US" dirty="0"/>
              <a:t> </a:t>
            </a:r>
            <a:r>
              <a:rPr lang="en-US" dirty="0" err="1"/>
              <a:t>pada</a:t>
            </a:r>
            <a:r>
              <a:rPr lang="en-US" dirty="0"/>
              <a:t> proses </a:t>
            </a:r>
            <a:r>
              <a:rPr lang="en-US" dirty="0" err="1"/>
              <a:t>pendaftaran</a:t>
            </a:r>
            <a:r>
              <a:rPr lang="en-US" dirty="0"/>
              <a:t> </a:t>
            </a:r>
            <a:r>
              <a:rPr lang="en-US" dirty="0" err="1"/>
              <a:t>pasien</a:t>
            </a:r>
            <a:r>
              <a:rPr lang="en-US" dirty="0"/>
              <a:t> </a:t>
            </a:r>
            <a:r>
              <a:rPr lang="en-US" dirty="0" err="1"/>
              <a:t>kebagian</a:t>
            </a:r>
            <a:r>
              <a:rPr lang="en-US" dirty="0"/>
              <a:t> </a:t>
            </a:r>
            <a:r>
              <a:rPr lang="en-US" dirty="0" err="1"/>
              <a:t>pelayanan</a:t>
            </a:r>
            <a:r>
              <a:rPr lang="en-US" dirty="0"/>
              <a:t> </a:t>
            </a:r>
            <a:r>
              <a:rPr lang="en-US" dirty="0" err="1"/>
              <a:t>sehingga</a:t>
            </a:r>
            <a:r>
              <a:rPr lang="en-US" dirty="0"/>
              <a:t> </a:t>
            </a:r>
            <a:r>
              <a:rPr lang="en-US" dirty="0" err="1"/>
              <a:t>mengakibatkan</a:t>
            </a:r>
            <a:r>
              <a:rPr lang="en-US" dirty="0"/>
              <a:t> </a:t>
            </a:r>
            <a:r>
              <a:rPr lang="en-US" dirty="0" err="1"/>
              <a:t>antrian</a:t>
            </a:r>
            <a:r>
              <a:rPr lang="en-US" dirty="0"/>
              <a:t> </a:t>
            </a:r>
            <a:r>
              <a:rPr lang="en-US" dirty="0" err="1"/>
              <a:t>dan</a:t>
            </a:r>
            <a:r>
              <a:rPr lang="en-US" dirty="0"/>
              <a:t> </a:t>
            </a:r>
            <a:r>
              <a:rPr lang="en-US" dirty="0" err="1"/>
              <a:t>pasien</a:t>
            </a:r>
            <a:r>
              <a:rPr lang="en-US" dirty="0"/>
              <a:t> </a:t>
            </a:r>
            <a:r>
              <a:rPr lang="en-US" dirty="0" err="1"/>
              <a:t>menunggu</a:t>
            </a:r>
            <a:r>
              <a:rPr lang="en-US" dirty="0"/>
              <a:t> </a:t>
            </a:r>
            <a:r>
              <a:rPr lang="en-US" dirty="0" err="1"/>
              <a:t>terlalu</a:t>
            </a:r>
            <a:r>
              <a:rPr lang="en-US" dirty="0"/>
              <a:t> lama,  </a:t>
            </a:r>
            <a:r>
              <a:rPr lang="en-US" dirty="0" err="1"/>
              <a:t>pasien</a:t>
            </a:r>
            <a:r>
              <a:rPr lang="en-US" dirty="0"/>
              <a:t> yang </a:t>
            </a:r>
            <a:r>
              <a:rPr lang="en-US" dirty="0" err="1"/>
              <a:t>terkadang</a:t>
            </a:r>
            <a:r>
              <a:rPr lang="en-US" dirty="0"/>
              <a:t> </a:t>
            </a:r>
            <a:r>
              <a:rPr lang="en-US" dirty="0" err="1"/>
              <a:t>lupa</a:t>
            </a:r>
            <a:r>
              <a:rPr lang="en-US" dirty="0"/>
              <a:t> </a:t>
            </a:r>
            <a:r>
              <a:rPr lang="en-US" dirty="0" err="1"/>
              <a:t>membawa</a:t>
            </a:r>
            <a:r>
              <a:rPr lang="en-US" dirty="0"/>
              <a:t> </a:t>
            </a:r>
            <a:r>
              <a:rPr lang="en-US" dirty="0" err="1"/>
              <a:t>kartu</a:t>
            </a:r>
            <a:r>
              <a:rPr lang="en-US" dirty="0"/>
              <a:t> </a:t>
            </a:r>
            <a:r>
              <a:rPr lang="en-US" dirty="0" err="1"/>
              <a:t>berobat</a:t>
            </a:r>
            <a:r>
              <a:rPr lang="en-US" dirty="0"/>
              <a:t> </a:t>
            </a:r>
            <a:r>
              <a:rPr lang="en-US" dirty="0" err="1"/>
              <a:t>juga</a:t>
            </a:r>
            <a:r>
              <a:rPr lang="en-US" dirty="0"/>
              <a:t> </a:t>
            </a:r>
            <a:r>
              <a:rPr lang="en-US" dirty="0" err="1"/>
              <a:t>menyebabkan</a:t>
            </a:r>
            <a:r>
              <a:rPr lang="en-US" dirty="0"/>
              <a:t> </a:t>
            </a:r>
            <a:r>
              <a:rPr lang="en-US" dirty="0" err="1"/>
              <a:t>petugas</a:t>
            </a:r>
            <a:r>
              <a:rPr lang="en-US" dirty="0"/>
              <a:t> </a:t>
            </a:r>
            <a:r>
              <a:rPr lang="en-US" dirty="0" err="1"/>
              <a:t>kesulitan</a:t>
            </a:r>
            <a:r>
              <a:rPr lang="en-US" dirty="0"/>
              <a:t> </a:t>
            </a:r>
            <a:r>
              <a:rPr lang="en-US" dirty="0" err="1"/>
              <a:t>mencari</a:t>
            </a:r>
            <a:r>
              <a:rPr lang="en-US" dirty="0"/>
              <a:t> </a:t>
            </a:r>
            <a:r>
              <a:rPr lang="en-US" dirty="0" err="1"/>
              <a:t>nomor</a:t>
            </a:r>
            <a:r>
              <a:rPr lang="en-US" dirty="0"/>
              <a:t> </a:t>
            </a:r>
            <a:r>
              <a:rPr lang="en-US" dirty="0" err="1"/>
              <a:t>rekam</a:t>
            </a:r>
            <a:r>
              <a:rPr lang="en-US" dirty="0"/>
              <a:t> </a:t>
            </a:r>
            <a:r>
              <a:rPr lang="en-US" dirty="0" err="1"/>
              <a:t>medis</a:t>
            </a:r>
            <a:r>
              <a:rPr lang="en-US" dirty="0"/>
              <a:t> </a:t>
            </a:r>
            <a:r>
              <a:rPr lang="en-US" dirty="0" err="1"/>
              <a:t>pasien</a:t>
            </a:r>
            <a:r>
              <a:rPr lang="en-US" dirty="0" smtClean="0"/>
              <a:t>.</a:t>
            </a:r>
            <a:endParaRPr lang="en" dirty="0"/>
          </a:p>
          <a:p>
            <a:pPr marL="285750" lvl="0" indent="-285750">
              <a:buFont typeface="Arial" pitchFamily="34" charset="0"/>
              <a:buChar char="•"/>
            </a:pPr>
            <a:r>
              <a:rPr lang="en-US" dirty="0"/>
              <a:t>Proses </a:t>
            </a:r>
            <a:r>
              <a:rPr lang="en-US" dirty="0" err="1"/>
              <a:t>pengolahan</a:t>
            </a:r>
            <a:r>
              <a:rPr lang="en-US" dirty="0"/>
              <a:t> </a:t>
            </a:r>
            <a:r>
              <a:rPr lang="en-US" dirty="0" err="1"/>
              <a:t>rekam</a:t>
            </a:r>
            <a:r>
              <a:rPr lang="en-US" dirty="0"/>
              <a:t> </a:t>
            </a:r>
            <a:r>
              <a:rPr lang="en-US" dirty="0" err="1"/>
              <a:t>medis</a:t>
            </a:r>
            <a:r>
              <a:rPr lang="en-US" dirty="0"/>
              <a:t> </a:t>
            </a:r>
            <a:r>
              <a:rPr lang="en-US" dirty="0" err="1"/>
              <a:t>masih</a:t>
            </a:r>
            <a:r>
              <a:rPr lang="en-US" dirty="0"/>
              <a:t> </a:t>
            </a:r>
            <a:r>
              <a:rPr lang="en-US" dirty="0" err="1"/>
              <a:t>dilakukan</a:t>
            </a:r>
            <a:r>
              <a:rPr lang="en-US" dirty="0"/>
              <a:t> </a:t>
            </a:r>
            <a:r>
              <a:rPr lang="en-US" dirty="0" err="1"/>
              <a:t>secara</a:t>
            </a:r>
            <a:r>
              <a:rPr lang="en-US" dirty="0"/>
              <a:t> manual </a:t>
            </a:r>
            <a:r>
              <a:rPr lang="en-US" dirty="0" smtClean="0"/>
              <a:t>yang </a:t>
            </a:r>
            <a:r>
              <a:rPr lang="en-US" dirty="0" err="1" smtClean="0"/>
              <a:t>dapat</a:t>
            </a:r>
            <a:r>
              <a:rPr lang="en-US" dirty="0" smtClean="0"/>
              <a:t> </a:t>
            </a:r>
            <a:r>
              <a:rPr lang="en-US" dirty="0" err="1"/>
              <a:t>berdampak</a:t>
            </a:r>
            <a:r>
              <a:rPr lang="en-US" dirty="0"/>
              <a:t> </a:t>
            </a:r>
            <a:r>
              <a:rPr lang="en-US" dirty="0" err="1"/>
              <a:t>pada</a:t>
            </a:r>
            <a:r>
              <a:rPr lang="en-US" dirty="0"/>
              <a:t> </a:t>
            </a:r>
            <a:r>
              <a:rPr lang="en-US" dirty="0" err="1"/>
              <a:t>kerusakan</a:t>
            </a:r>
            <a:r>
              <a:rPr lang="en-US" dirty="0"/>
              <a:t>, </a:t>
            </a:r>
            <a:r>
              <a:rPr lang="en-US" dirty="0" err="1"/>
              <a:t>kehilangan</a:t>
            </a:r>
            <a:r>
              <a:rPr lang="en-US" dirty="0"/>
              <a:t> data, </a:t>
            </a:r>
            <a:r>
              <a:rPr lang="en-US" dirty="0" err="1"/>
              <a:t>manipulasi</a:t>
            </a:r>
            <a:r>
              <a:rPr lang="en-US" dirty="0"/>
              <a:t> data, </a:t>
            </a:r>
            <a:r>
              <a:rPr lang="en-US" dirty="0" err="1"/>
              <a:t>kerangkapan</a:t>
            </a:r>
            <a:r>
              <a:rPr lang="en-US" dirty="0"/>
              <a:t> data </a:t>
            </a:r>
            <a:r>
              <a:rPr lang="en-US" dirty="0" err="1"/>
              <a:t>dan</a:t>
            </a:r>
            <a:r>
              <a:rPr lang="en-US" dirty="0"/>
              <a:t> </a:t>
            </a:r>
            <a:r>
              <a:rPr lang="en-US" dirty="0" err="1"/>
              <a:t>waktu</a:t>
            </a:r>
            <a:r>
              <a:rPr lang="en-US" dirty="0"/>
              <a:t> yang </a:t>
            </a:r>
            <a:r>
              <a:rPr lang="en-US" dirty="0" err="1"/>
              <a:t>digunakan</a:t>
            </a:r>
            <a:r>
              <a:rPr lang="en-US" dirty="0"/>
              <a:t> </a:t>
            </a:r>
            <a:r>
              <a:rPr lang="en-US" dirty="0" err="1"/>
              <a:t>masih</a:t>
            </a:r>
            <a:r>
              <a:rPr lang="en-US" dirty="0"/>
              <a:t> </a:t>
            </a:r>
            <a:r>
              <a:rPr lang="en-US" dirty="0" err="1"/>
              <a:t>kurang</a:t>
            </a:r>
            <a:r>
              <a:rPr lang="en-US" dirty="0"/>
              <a:t> </a:t>
            </a:r>
            <a:r>
              <a:rPr lang="en-US" dirty="0" err="1"/>
              <a:t>efektif</a:t>
            </a:r>
            <a:r>
              <a:rPr lang="en-US" dirty="0"/>
              <a:t> </a:t>
            </a:r>
            <a:r>
              <a:rPr lang="en-US" dirty="0" err="1"/>
              <a:t>dan</a:t>
            </a:r>
            <a:r>
              <a:rPr lang="en-US" dirty="0"/>
              <a:t> </a:t>
            </a:r>
            <a:r>
              <a:rPr lang="en-US" dirty="0" err="1"/>
              <a:t>efesien</a:t>
            </a:r>
            <a:r>
              <a:rPr lang="en-US" dirty="0"/>
              <a:t> </a:t>
            </a:r>
            <a:r>
              <a:rPr lang="en-US" dirty="0" err="1"/>
              <a:t>dari</a:t>
            </a:r>
            <a:r>
              <a:rPr lang="en-US" dirty="0"/>
              <a:t> </a:t>
            </a:r>
            <a:r>
              <a:rPr lang="en-US" dirty="0" err="1"/>
              <a:t>segi</a:t>
            </a:r>
            <a:r>
              <a:rPr lang="en-US" dirty="0"/>
              <a:t> </a:t>
            </a:r>
            <a:r>
              <a:rPr lang="en-US" dirty="0" err="1"/>
              <a:t>perekapan</a:t>
            </a:r>
            <a:r>
              <a:rPr lang="en-US" dirty="0"/>
              <a:t> </a:t>
            </a:r>
            <a:r>
              <a:rPr lang="en-US" dirty="0" smtClean="0"/>
              <a:t>data, </a:t>
            </a:r>
            <a:r>
              <a:rPr lang="en-US" dirty="0" err="1"/>
              <a:t>serta</a:t>
            </a:r>
            <a:r>
              <a:rPr lang="en-US" dirty="0"/>
              <a:t> </a:t>
            </a:r>
            <a:r>
              <a:rPr lang="en-US" dirty="0" err="1"/>
              <a:t>sulitnya</a:t>
            </a:r>
            <a:r>
              <a:rPr lang="en-US" dirty="0"/>
              <a:t> </a:t>
            </a:r>
            <a:r>
              <a:rPr lang="en-US" dirty="0" err="1"/>
              <a:t>akses</a:t>
            </a:r>
            <a:r>
              <a:rPr lang="en-US" dirty="0"/>
              <a:t> data </a:t>
            </a:r>
            <a:r>
              <a:rPr lang="en-US" dirty="0" err="1"/>
              <a:t>riwayat</a:t>
            </a:r>
            <a:r>
              <a:rPr lang="en-US" dirty="0"/>
              <a:t> </a:t>
            </a:r>
            <a:r>
              <a:rPr lang="en-US" dirty="0" err="1"/>
              <a:t>berobat</a:t>
            </a:r>
            <a:r>
              <a:rPr lang="en-US" dirty="0"/>
              <a:t> </a:t>
            </a:r>
            <a:r>
              <a:rPr lang="en-US" dirty="0" err="1"/>
              <a:t>pasien</a:t>
            </a:r>
            <a:r>
              <a:rPr lang="en-US" dirty="0"/>
              <a:t> yang </a:t>
            </a:r>
            <a:r>
              <a:rPr lang="en-US" dirty="0" err="1"/>
              <a:t>sebelumnya</a:t>
            </a:r>
            <a:r>
              <a:rPr lang="en-US" dirty="0"/>
              <a:t> </a:t>
            </a:r>
            <a:r>
              <a:rPr lang="en-US" dirty="0" err="1"/>
              <a:t>pernah</a:t>
            </a:r>
            <a:r>
              <a:rPr lang="en-US" dirty="0"/>
              <a:t> </a:t>
            </a:r>
            <a:r>
              <a:rPr lang="en-US" dirty="0" err="1"/>
              <a:t>berobat</a:t>
            </a:r>
            <a:r>
              <a:rPr lang="en-US" dirty="0"/>
              <a:t> di </a:t>
            </a:r>
            <a:r>
              <a:rPr lang="en-US" dirty="0" err="1"/>
              <a:t>puskesmas</a:t>
            </a:r>
            <a:r>
              <a:rPr lang="en-US" dirty="0" smtClean="0"/>
              <a:t>.</a:t>
            </a:r>
          </a:p>
          <a:p>
            <a:pPr marL="285750" lvl="0" indent="-285750">
              <a:buFont typeface="Arial" pitchFamily="34" charset="0"/>
              <a:buChar char="•"/>
            </a:pPr>
            <a:r>
              <a:rPr lang="en-US" dirty="0" err="1" smtClean="0"/>
              <a:t>Sistem</a:t>
            </a:r>
            <a:r>
              <a:rPr lang="en-US" dirty="0" smtClean="0"/>
              <a:t> yang </a:t>
            </a:r>
            <a:r>
              <a:rPr lang="en-US" dirty="0" err="1" smtClean="0"/>
              <a:t>belum</a:t>
            </a:r>
            <a:r>
              <a:rPr lang="en-US" dirty="0" smtClean="0"/>
              <a:t> </a:t>
            </a:r>
            <a:r>
              <a:rPr lang="en-US" dirty="0" err="1" smtClean="0"/>
              <a:t>terintegrasi</a:t>
            </a:r>
            <a:r>
              <a:rPr lang="en-US" dirty="0" smtClean="0"/>
              <a:t> </a:t>
            </a:r>
            <a:r>
              <a:rPr lang="en-US" dirty="0" err="1" smtClean="0"/>
              <a:t>juga</a:t>
            </a:r>
            <a:r>
              <a:rPr lang="en-US" dirty="0" smtClean="0"/>
              <a:t> </a:t>
            </a:r>
            <a:r>
              <a:rPr lang="en-US" dirty="0" err="1" smtClean="0"/>
              <a:t>mengakibatkan</a:t>
            </a:r>
            <a:r>
              <a:rPr lang="en-US" dirty="0" smtClean="0"/>
              <a:t> </a:t>
            </a:r>
            <a:r>
              <a:rPr lang="en-US" dirty="0"/>
              <a:t>proses </a:t>
            </a:r>
            <a:r>
              <a:rPr lang="en-US" dirty="0" err="1"/>
              <a:t>penyampaian</a:t>
            </a:r>
            <a:r>
              <a:rPr lang="en-US" dirty="0"/>
              <a:t> </a:t>
            </a:r>
            <a:r>
              <a:rPr lang="en-US" dirty="0" err="1"/>
              <a:t>informasi</a:t>
            </a:r>
            <a:r>
              <a:rPr lang="en-US" dirty="0"/>
              <a:t> </a:t>
            </a:r>
            <a:r>
              <a:rPr lang="en-US" dirty="0" err="1"/>
              <a:t>atau</a:t>
            </a:r>
            <a:r>
              <a:rPr lang="en-US" dirty="0"/>
              <a:t> </a:t>
            </a:r>
            <a:r>
              <a:rPr lang="en-US" dirty="0" err="1"/>
              <a:t>pengolahan</a:t>
            </a:r>
            <a:r>
              <a:rPr lang="en-US" dirty="0"/>
              <a:t> data </a:t>
            </a:r>
            <a:r>
              <a:rPr lang="en-US" dirty="0" err="1"/>
              <a:t>hanya</a:t>
            </a:r>
            <a:r>
              <a:rPr lang="en-US" dirty="0"/>
              <a:t> </a:t>
            </a:r>
            <a:r>
              <a:rPr lang="en-US" dirty="0" err="1"/>
              <a:t>dapat</a:t>
            </a:r>
            <a:r>
              <a:rPr lang="en-US" dirty="0"/>
              <a:t> </a:t>
            </a:r>
            <a:r>
              <a:rPr lang="en-US" dirty="0" err="1"/>
              <a:t>dilakukan</a:t>
            </a:r>
            <a:r>
              <a:rPr lang="en-US" dirty="0"/>
              <a:t> </a:t>
            </a:r>
            <a:r>
              <a:rPr lang="en-US" dirty="0" err="1"/>
              <a:t>pada</a:t>
            </a:r>
            <a:r>
              <a:rPr lang="en-US" dirty="0"/>
              <a:t> media </a:t>
            </a:r>
            <a:r>
              <a:rPr lang="en-US" dirty="0" err="1"/>
              <a:t>buku</a:t>
            </a:r>
            <a:r>
              <a:rPr lang="en-US" dirty="0"/>
              <a:t>, </a:t>
            </a:r>
            <a:r>
              <a:rPr lang="en-US" dirty="0" err="1" smtClean="0"/>
              <a:t>hal</a:t>
            </a:r>
            <a:r>
              <a:rPr lang="en-US" dirty="0" smtClean="0"/>
              <a:t> </a:t>
            </a:r>
            <a:r>
              <a:rPr lang="en-US" dirty="0" err="1" smtClean="0"/>
              <a:t>ini</a:t>
            </a:r>
            <a:r>
              <a:rPr lang="en-US" dirty="0" smtClean="0"/>
              <a:t> </a:t>
            </a:r>
            <a:r>
              <a:rPr lang="en-US" dirty="0" err="1" smtClean="0"/>
              <a:t>juga</a:t>
            </a:r>
            <a:r>
              <a:rPr lang="en-US" dirty="0" smtClean="0"/>
              <a:t> </a:t>
            </a:r>
            <a:r>
              <a:rPr lang="en-US" dirty="0" err="1" smtClean="0"/>
              <a:t>berdampak</a:t>
            </a:r>
            <a:r>
              <a:rPr lang="en-US" dirty="0" smtClean="0"/>
              <a:t> </a:t>
            </a:r>
            <a:r>
              <a:rPr lang="en-US" dirty="0" err="1" smtClean="0"/>
              <a:t>pada</a:t>
            </a:r>
            <a:r>
              <a:rPr lang="en-US" dirty="0" smtClean="0"/>
              <a:t> </a:t>
            </a:r>
            <a:r>
              <a:rPr lang="en-US" dirty="0" err="1" smtClean="0"/>
              <a:t>petugas</a:t>
            </a:r>
            <a:r>
              <a:rPr lang="en-US" dirty="0" smtClean="0"/>
              <a:t> </a:t>
            </a:r>
            <a:r>
              <a:rPr lang="en-US" dirty="0" err="1"/>
              <a:t>apotik</a:t>
            </a:r>
            <a:r>
              <a:rPr lang="en-US" dirty="0"/>
              <a:t> yang </a:t>
            </a:r>
            <a:r>
              <a:rPr lang="en-US" dirty="0" err="1"/>
              <a:t>kesulitan</a:t>
            </a:r>
            <a:r>
              <a:rPr lang="en-US" dirty="0"/>
              <a:t> </a:t>
            </a:r>
            <a:r>
              <a:rPr lang="en-US" dirty="0" err="1"/>
              <a:t>menghtung</a:t>
            </a:r>
            <a:r>
              <a:rPr lang="en-US" dirty="0"/>
              <a:t> </a:t>
            </a:r>
            <a:r>
              <a:rPr lang="en-US" dirty="0" err="1"/>
              <a:t>logistik</a:t>
            </a:r>
            <a:r>
              <a:rPr lang="en-US" dirty="0"/>
              <a:t> </a:t>
            </a:r>
            <a:r>
              <a:rPr lang="en-US" dirty="0" err="1"/>
              <a:t>obat</a:t>
            </a:r>
            <a:r>
              <a:rPr lang="en-US" dirty="0"/>
              <a:t>.</a:t>
            </a:r>
          </a:p>
          <a:p>
            <a:pPr marL="285750" indent="-285750">
              <a:buFont typeface="Arial" pitchFamily="34" charset="0"/>
              <a:buChar char="•"/>
            </a:pPr>
            <a:endParaRPr lang="en-US" dirty="0"/>
          </a:p>
        </p:txBody>
      </p:sp>
      <p:sp>
        <p:nvSpPr>
          <p:cNvPr id="348" name="Google Shape;348;p3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3</a:t>
            </a:r>
            <a:endParaRPr dirty="0"/>
          </a:p>
        </p:txBody>
      </p:sp>
    </p:spTree>
    <p:extLst>
      <p:ext uri="{BB962C8B-B14F-4D97-AF65-F5344CB8AC3E}">
        <p14:creationId xmlns:p14="http://schemas.microsoft.com/office/powerpoint/2010/main" val="10868384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Rumusan Masalah</a:t>
            </a:r>
            <a:endParaRPr dirty="0"/>
          </a:p>
        </p:txBody>
      </p:sp>
      <p:sp>
        <p:nvSpPr>
          <p:cNvPr id="342" name="Google Shape;342;p33"/>
          <p:cNvSpPr txBox="1">
            <a:spLocks noGrp="1"/>
          </p:cNvSpPr>
          <p:nvPr>
            <p:ph type="subTitle" idx="1"/>
          </p:nvPr>
        </p:nvSpPr>
        <p:spPr>
          <a:xfrm>
            <a:off x="720025" y="1059582"/>
            <a:ext cx="7704000" cy="36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Berdasarkan latar belakang yang telah diuraikan, maka dapat dirumuskan permasalahannya sebagai berikut.</a:t>
            </a:r>
          </a:p>
          <a:p>
            <a:pPr marL="285750" indent="-285750">
              <a:buFont typeface="Arial" pitchFamily="34" charset="0"/>
              <a:buChar char="•"/>
            </a:pPr>
            <a:r>
              <a:rPr lang="id-ID" dirty="0"/>
              <a:t>B</a:t>
            </a:r>
            <a:r>
              <a:rPr lang="en-US" dirty="0" err="1"/>
              <a:t>agaimana</a:t>
            </a:r>
            <a:r>
              <a:rPr lang="en-US" dirty="0"/>
              <a:t> </a:t>
            </a:r>
            <a:r>
              <a:rPr lang="en-US" dirty="0" err="1"/>
              <a:t>merancang</a:t>
            </a:r>
            <a:r>
              <a:rPr lang="en-US" dirty="0"/>
              <a:t> </a:t>
            </a:r>
            <a:r>
              <a:rPr lang="en-US" dirty="0" err="1"/>
              <a:t>sistem</a:t>
            </a:r>
            <a:r>
              <a:rPr lang="en-US" dirty="0"/>
              <a:t> </a:t>
            </a:r>
            <a:r>
              <a:rPr lang="en-US" dirty="0" err="1"/>
              <a:t>pendaftaran</a:t>
            </a:r>
            <a:r>
              <a:rPr lang="en-US" dirty="0"/>
              <a:t> </a:t>
            </a:r>
            <a:r>
              <a:rPr lang="en-US" dirty="0" err="1"/>
              <a:t>dan</a:t>
            </a:r>
            <a:r>
              <a:rPr lang="en-US" dirty="0"/>
              <a:t> </a:t>
            </a:r>
            <a:r>
              <a:rPr lang="en-US" dirty="0" err="1"/>
              <a:t>antrian</a:t>
            </a:r>
            <a:r>
              <a:rPr lang="en-US" dirty="0"/>
              <a:t> yang </a:t>
            </a:r>
            <a:r>
              <a:rPr lang="en-US" dirty="0" err="1"/>
              <a:t>efektif</a:t>
            </a:r>
            <a:r>
              <a:rPr lang="en-US" dirty="0"/>
              <a:t> </a:t>
            </a:r>
            <a:r>
              <a:rPr lang="en-US" dirty="0" err="1"/>
              <a:t>dan</a:t>
            </a:r>
            <a:r>
              <a:rPr lang="en-US" dirty="0"/>
              <a:t> </a:t>
            </a:r>
            <a:r>
              <a:rPr lang="en-US" dirty="0" err="1"/>
              <a:t>efisien</a:t>
            </a:r>
            <a:r>
              <a:rPr lang="en-US" dirty="0" smtClean="0"/>
              <a:t>?</a:t>
            </a:r>
          </a:p>
          <a:p>
            <a:pPr marL="285750" indent="-285750">
              <a:buFont typeface="Arial" pitchFamily="34" charset="0"/>
              <a:buChar char="•"/>
            </a:pPr>
            <a:r>
              <a:rPr lang="en-US" dirty="0" err="1"/>
              <a:t>Bagaimana</a:t>
            </a:r>
            <a:r>
              <a:rPr lang="en-US" dirty="0"/>
              <a:t> </a:t>
            </a:r>
            <a:r>
              <a:rPr lang="en-US" dirty="0" err="1"/>
              <a:t>merancang</a:t>
            </a:r>
            <a:r>
              <a:rPr lang="en-US" dirty="0"/>
              <a:t> </a:t>
            </a:r>
            <a:r>
              <a:rPr lang="en-US" dirty="0" err="1"/>
              <a:t>sistem</a:t>
            </a:r>
            <a:r>
              <a:rPr lang="en-US" dirty="0"/>
              <a:t> yang </a:t>
            </a:r>
            <a:r>
              <a:rPr lang="en-US" dirty="0" err="1"/>
              <a:t>saling</a:t>
            </a:r>
            <a:r>
              <a:rPr lang="en-US" dirty="0"/>
              <a:t> </a:t>
            </a:r>
            <a:r>
              <a:rPr lang="en-US" dirty="0" err="1"/>
              <a:t>berinteraksi</a:t>
            </a:r>
            <a:r>
              <a:rPr lang="en-US" dirty="0"/>
              <a:t> </a:t>
            </a:r>
            <a:r>
              <a:rPr lang="en-US" dirty="0" err="1"/>
              <a:t>satu</a:t>
            </a:r>
            <a:r>
              <a:rPr lang="en-US" dirty="0"/>
              <a:t> </a:t>
            </a:r>
            <a:r>
              <a:rPr lang="en-US" dirty="0" err="1"/>
              <a:t>sama</a:t>
            </a:r>
            <a:r>
              <a:rPr lang="en-US" dirty="0"/>
              <a:t> lain </a:t>
            </a:r>
            <a:r>
              <a:rPr lang="en-US" dirty="0" err="1"/>
              <a:t>dengan</a:t>
            </a:r>
            <a:r>
              <a:rPr lang="en-US" dirty="0"/>
              <a:t> </a:t>
            </a:r>
            <a:r>
              <a:rPr lang="en-US" dirty="0" err="1"/>
              <a:t>satu</a:t>
            </a:r>
            <a:r>
              <a:rPr lang="en-US" dirty="0"/>
              <a:t> database </a:t>
            </a:r>
            <a:r>
              <a:rPr lang="en-US" dirty="0" err="1"/>
              <a:t>terpusat</a:t>
            </a:r>
            <a:r>
              <a:rPr lang="en-US" dirty="0"/>
              <a:t>, </a:t>
            </a:r>
            <a:r>
              <a:rPr lang="en-US" dirty="0" err="1"/>
              <a:t>sehingga</a:t>
            </a:r>
            <a:r>
              <a:rPr lang="en-US" dirty="0"/>
              <a:t> </a:t>
            </a:r>
            <a:r>
              <a:rPr lang="en-US" dirty="0" err="1"/>
              <a:t>memudahkan</a:t>
            </a:r>
            <a:r>
              <a:rPr lang="en-US" dirty="0"/>
              <a:t> </a:t>
            </a:r>
            <a:r>
              <a:rPr lang="en-US" dirty="0" err="1"/>
              <a:t>dalam</a:t>
            </a:r>
            <a:r>
              <a:rPr lang="en-US" dirty="0"/>
              <a:t> </a:t>
            </a:r>
            <a:r>
              <a:rPr lang="en-US" dirty="0" err="1"/>
              <a:t>akses</a:t>
            </a:r>
            <a:r>
              <a:rPr lang="en-US" dirty="0"/>
              <a:t> </a:t>
            </a:r>
            <a:r>
              <a:rPr lang="en-US" dirty="0" err="1"/>
              <a:t>riwayat</a:t>
            </a:r>
            <a:r>
              <a:rPr lang="en-US" dirty="0"/>
              <a:t> data yang </a:t>
            </a:r>
            <a:r>
              <a:rPr lang="en-US" dirty="0" err="1"/>
              <a:t>dibutuhkan</a:t>
            </a:r>
            <a:r>
              <a:rPr lang="en-US" dirty="0" smtClean="0"/>
              <a:t>?</a:t>
            </a:r>
          </a:p>
          <a:p>
            <a:pPr marL="285750" indent="-285750">
              <a:buFont typeface="Arial" pitchFamily="34" charset="0"/>
              <a:buChar char="•"/>
            </a:pPr>
            <a:r>
              <a:rPr lang="en-ID" dirty="0" err="1"/>
              <a:t>Bagaimana</a:t>
            </a:r>
            <a:r>
              <a:rPr lang="en-ID" dirty="0"/>
              <a:t> me</a:t>
            </a:r>
            <a:r>
              <a:rPr lang="id-ID" dirty="0"/>
              <a:t>rancang s</a:t>
            </a:r>
            <a:r>
              <a:rPr lang="en-US" dirty="0" err="1"/>
              <a:t>i</a:t>
            </a:r>
            <a:r>
              <a:rPr lang="id-ID" dirty="0"/>
              <a:t>stem </a:t>
            </a:r>
            <a:r>
              <a:rPr lang="en-US" dirty="0" err="1"/>
              <a:t>pendataan</a:t>
            </a:r>
            <a:r>
              <a:rPr lang="en-US" dirty="0"/>
              <a:t> </a:t>
            </a:r>
            <a:r>
              <a:rPr lang="en-US" dirty="0" err="1"/>
              <a:t>obat</a:t>
            </a:r>
            <a:r>
              <a:rPr lang="en-US" dirty="0"/>
              <a:t> yang </a:t>
            </a:r>
            <a:r>
              <a:rPr lang="en-US" dirty="0" err="1"/>
              <a:t>terintegrasi</a:t>
            </a:r>
            <a:r>
              <a:rPr lang="en-US" dirty="0"/>
              <a:t> </a:t>
            </a:r>
            <a:r>
              <a:rPr lang="en-US" dirty="0" err="1"/>
              <a:t>dengan</a:t>
            </a:r>
            <a:r>
              <a:rPr lang="en-US" dirty="0"/>
              <a:t> </a:t>
            </a:r>
            <a:r>
              <a:rPr lang="en-US" dirty="0" err="1"/>
              <a:t>setiap</a:t>
            </a:r>
            <a:r>
              <a:rPr lang="en-US" dirty="0"/>
              <a:t> </a:t>
            </a:r>
            <a:r>
              <a:rPr lang="en-US" dirty="0" err="1"/>
              <a:t>poli</a:t>
            </a:r>
            <a:r>
              <a:rPr lang="en-US" dirty="0"/>
              <a:t> yang </a:t>
            </a:r>
            <a:r>
              <a:rPr lang="en-US" dirty="0" err="1"/>
              <a:t>ada</a:t>
            </a:r>
            <a:r>
              <a:rPr lang="en-US" dirty="0"/>
              <a:t> </a:t>
            </a:r>
            <a:r>
              <a:rPr lang="en-US" dirty="0" err="1"/>
              <a:t>dipuskesmas</a:t>
            </a:r>
            <a:r>
              <a:rPr lang="en-US" dirty="0"/>
              <a:t>?</a:t>
            </a:r>
            <a:r>
              <a:rPr lang="id-ID" dirty="0" smtClean="0"/>
              <a:t>.</a:t>
            </a:r>
            <a:endParaRPr lang="en-US" dirty="0"/>
          </a:p>
          <a:p>
            <a:pPr marL="285750" indent="-285750">
              <a:buFont typeface="Arial" pitchFamily="34" charset="0"/>
              <a:buChar char="•"/>
            </a:pPr>
            <a:endParaRPr lang="en-US" dirty="0"/>
          </a:p>
        </p:txBody>
      </p:sp>
      <p:sp>
        <p:nvSpPr>
          <p:cNvPr id="348" name="Google Shape;348;p33"/>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4</a:t>
            </a:r>
            <a:endParaRPr dirty="0"/>
          </a:p>
        </p:txBody>
      </p:sp>
    </p:spTree>
    <p:extLst>
      <p:ext uri="{BB962C8B-B14F-4D97-AF65-F5344CB8AC3E}">
        <p14:creationId xmlns:p14="http://schemas.microsoft.com/office/powerpoint/2010/main" val="301261139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a:spLocks noGrp="1"/>
          </p:cNvSpPr>
          <p:nvPr>
            <p:ph type="title"/>
          </p:nvPr>
        </p:nvSpPr>
        <p:spPr>
          <a:xfrm>
            <a:off x="1600600" y="1916763"/>
            <a:ext cx="3403448" cy="841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smtClean="0"/>
              <a:t>BAB</a:t>
            </a:r>
            <a:endParaRPr dirty="0"/>
          </a:p>
        </p:txBody>
      </p:sp>
      <p:sp>
        <p:nvSpPr>
          <p:cNvPr id="330" name="Google Shape;330;p32"/>
          <p:cNvSpPr txBox="1">
            <a:spLocks noGrp="1"/>
          </p:cNvSpPr>
          <p:nvPr>
            <p:ph type="subTitle" idx="1"/>
          </p:nvPr>
        </p:nvSpPr>
        <p:spPr>
          <a:xfrm>
            <a:off x="1959250" y="3003798"/>
            <a:ext cx="5225400" cy="446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b="1" dirty="0" smtClean="0">
                <a:latin typeface="Quicksand" charset="0"/>
              </a:rPr>
              <a:t>Tinjauan Pustaka</a:t>
            </a:r>
            <a:endParaRPr sz="1600" b="1" dirty="0">
              <a:latin typeface="Quicksand" charset="0"/>
            </a:endParaRPr>
          </a:p>
        </p:txBody>
      </p:sp>
      <p:sp>
        <p:nvSpPr>
          <p:cNvPr id="331" name="Google Shape;331;p32"/>
          <p:cNvSpPr txBox="1">
            <a:spLocks noGrp="1"/>
          </p:cNvSpPr>
          <p:nvPr>
            <p:ph type="title" idx="2"/>
          </p:nvPr>
        </p:nvSpPr>
        <p:spPr>
          <a:xfrm>
            <a:off x="4932040" y="1916763"/>
            <a:ext cx="2197912"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2</a:t>
            </a:r>
            <a:endParaRPr dirty="0"/>
          </a:p>
        </p:txBody>
      </p:sp>
      <p:sp>
        <p:nvSpPr>
          <p:cNvPr id="332" name="Google Shape;332;p3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5</a:t>
            </a:r>
            <a:endParaRPr dirty="0"/>
          </a:p>
        </p:txBody>
      </p:sp>
      <p:cxnSp>
        <p:nvCxnSpPr>
          <p:cNvPr id="333" name="Google Shape;333;p32"/>
          <p:cNvCxnSpPr/>
          <p:nvPr/>
        </p:nvCxnSpPr>
        <p:spPr>
          <a:xfrm rot="10800000" flipH="1">
            <a:off x="1600600" y="2910566"/>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334" name="Google Shape;334;p32"/>
          <p:cNvCxnSpPr/>
          <p:nvPr/>
        </p:nvCxnSpPr>
        <p:spPr>
          <a:xfrm rot="10800000" flipH="1">
            <a:off x="1600600" y="1714341"/>
            <a:ext cx="5942700" cy="6600"/>
          </a:xfrm>
          <a:prstGeom prst="straightConnector1">
            <a:avLst/>
          </a:prstGeom>
          <a:noFill/>
          <a:ln w="19050" cap="flat" cmpd="sng">
            <a:solidFill>
              <a:schemeClr val="lt1"/>
            </a:solidFill>
            <a:prstDash val="solid"/>
            <a:round/>
            <a:headEnd type="oval" w="med" len="med"/>
            <a:tailEnd type="oval" w="med" len="med"/>
          </a:ln>
        </p:spPr>
      </p:cxnSp>
      <p:sp>
        <p:nvSpPr>
          <p:cNvPr id="335" name="Google Shape;335;p32"/>
          <p:cNvSpPr/>
          <p:nvPr/>
        </p:nvSpPr>
        <p:spPr>
          <a:xfrm>
            <a:off x="1610824"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2"/>
          <p:cNvSpPr/>
          <p:nvPr/>
        </p:nvSpPr>
        <p:spPr>
          <a:xfrm>
            <a:off x="7280500"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3111533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Studi sebelumnya terkait TA</a:t>
            </a:r>
            <a:endParaRPr dirty="0"/>
          </a:p>
        </p:txBody>
      </p:sp>
      <p:graphicFrame>
        <p:nvGraphicFramePr>
          <p:cNvPr id="297" name="Google Shape;297;p30"/>
          <p:cNvGraphicFramePr/>
          <p:nvPr>
            <p:extLst>
              <p:ext uri="{D42A27DB-BD31-4B8C-83A1-F6EECF244321}">
                <p14:modId xmlns:p14="http://schemas.microsoft.com/office/powerpoint/2010/main" val="572612616"/>
              </p:ext>
            </p:extLst>
          </p:nvPr>
        </p:nvGraphicFramePr>
        <p:xfrm>
          <a:off x="735617" y="1995686"/>
          <a:ext cx="7704000" cy="1789850"/>
        </p:xfrm>
        <a:graphic>
          <a:graphicData uri="http://schemas.openxmlformats.org/drawingml/2006/table">
            <a:tbl>
              <a:tblPr>
                <a:noFill/>
                <a:tableStyleId>{979CD968-FA2B-442A-8683-02A57468DC9F}</a:tableStyleId>
              </a:tblPr>
              <a:tblGrid>
                <a:gridCol w="2496750"/>
                <a:gridCol w="5207250"/>
              </a:tblGrid>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Nama</a:t>
                      </a:r>
                      <a:r>
                        <a:rPr lang="en" sz="1400" b="1" baseline="0" dirty="0" smtClean="0">
                          <a:solidFill>
                            <a:schemeClr val="tx1"/>
                          </a:solidFill>
                          <a:uFill>
                            <a:noFill/>
                          </a:uFill>
                          <a:latin typeface="Mulish" charset="0"/>
                          <a:ea typeface="IBM Plex Sans"/>
                          <a:cs typeface="IBM Plex Sans"/>
                          <a:sym typeface="IBM Plex Sans"/>
                        </a:rPr>
                        <a:t> Penulis</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err="1" smtClean="0">
                          <a:solidFill>
                            <a:schemeClr val="tx1"/>
                          </a:solidFill>
                          <a:effectLst/>
                          <a:latin typeface="Mulish" charset="0"/>
                          <a:ea typeface="Arial"/>
                          <a:cs typeface="Arial"/>
                          <a:sym typeface="Arial"/>
                        </a:rPr>
                        <a:t>Halimah</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Wasilah</a:t>
                      </a:r>
                      <a:r>
                        <a:rPr lang="en-US" sz="1400" b="0" i="0" u="none" strike="noStrike" cap="none" dirty="0" smtClean="0">
                          <a:solidFill>
                            <a:schemeClr val="tx1"/>
                          </a:solidFill>
                          <a:effectLst/>
                          <a:latin typeface="Mulish" charset="0"/>
                          <a:ea typeface="Arial"/>
                          <a:cs typeface="Arial"/>
                          <a:sym typeface="Arial"/>
                        </a:rPr>
                        <a:t>, Ochi </a:t>
                      </a:r>
                      <a:r>
                        <a:rPr lang="en-US" sz="1400" b="0" i="0" u="none" strike="noStrike" cap="none" dirty="0" err="1" smtClean="0">
                          <a:solidFill>
                            <a:schemeClr val="tx1"/>
                          </a:solidFill>
                          <a:effectLst/>
                          <a:latin typeface="Mulish" charset="0"/>
                          <a:ea typeface="Arial"/>
                          <a:cs typeface="Arial"/>
                          <a:sym typeface="Arial"/>
                        </a:rPr>
                        <a:t>Marshella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Sushanty</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Saleh</a:t>
                      </a:r>
                      <a:endParaRPr sz="1400" dirty="0">
                        <a:solidFill>
                          <a:schemeClr val="tx1"/>
                        </a:solidFill>
                        <a:latin typeface="Mulish" charset="0"/>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Tahun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smtClean="0">
                          <a:solidFill>
                            <a:schemeClr val="tx1"/>
                          </a:solidFill>
                          <a:effectLst/>
                          <a:latin typeface="Mulish" charset="0"/>
                          <a:ea typeface="Arial"/>
                          <a:cs typeface="Arial"/>
                          <a:sym typeface="Arial"/>
                        </a:rPr>
                        <a:t>2023</a:t>
                      </a:r>
                      <a:endParaRPr sz="1400" dirty="0">
                        <a:solidFill>
                          <a:schemeClr val="tx1"/>
                        </a:solidFill>
                        <a:latin typeface="Mulish" charset="0"/>
                        <a:ea typeface="Mulish"/>
                        <a:cs typeface="Mulish"/>
                        <a:sym typeface="Mulish"/>
                      </a:endParaRPr>
                    </a:p>
                  </a:txBody>
                  <a:tcPr marL="91425" marR="91425" marT="0" marB="0" anchor="ctr">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Hasil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b="0" i="0" u="none" strike="noStrike" cap="none" dirty="0" smtClean="0">
                          <a:solidFill>
                            <a:schemeClr val="tx1"/>
                          </a:solidFill>
                          <a:effectLst/>
                          <a:latin typeface="Mulish" charset="0"/>
                          <a:ea typeface="Arial"/>
                          <a:cs typeface="Arial"/>
                          <a:sym typeface="Arial"/>
                        </a:rPr>
                        <a:t>Proses </a:t>
                      </a:r>
                      <a:r>
                        <a:rPr lang="en-US" sz="1400" b="0" i="0" u="none" strike="noStrike" cap="none" dirty="0" err="1" smtClean="0">
                          <a:solidFill>
                            <a:schemeClr val="tx1"/>
                          </a:solidFill>
                          <a:effectLst/>
                          <a:latin typeface="Mulish" charset="0"/>
                          <a:ea typeface="Arial"/>
                          <a:cs typeface="Arial"/>
                          <a:sym typeface="Arial"/>
                        </a:rPr>
                        <a:t>membangun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sistem</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informasi</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manajemen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puskesmas</a:t>
                      </a:r>
                      <a:r>
                        <a:rPr lang="en-US" sz="1400" b="0" i="0" u="none" strike="noStrike" cap="none" dirty="0" smtClean="0">
                          <a:solidFill>
                            <a:schemeClr val="tx1"/>
                          </a:solidFill>
                          <a:effectLst/>
                          <a:latin typeface="Mulish" charset="0"/>
                          <a:ea typeface="Arial"/>
                          <a:cs typeface="Arial"/>
                          <a:sym typeface="Arial"/>
                        </a:rPr>
                        <a:t> (SIMPUS) </a:t>
                      </a:r>
                      <a:r>
                        <a:rPr lang="en-US" sz="1400" b="0" i="0" u="none" strike="noStrike" cap="none" dirty="0" err="1" smtClean="0">
                          <a:solidFill>
                            <a:schemeClr val="tx1"/>
                          </a:solidFill>
                          <a:effectLst/>
                          <a:latin typeface="Mulish" charset="0"/>
                          <a:ea typeface="Arial"/>
                          <a:cs typeface="Arial"/>
                          <a:sym typeface="Arial"/>
                        </a:rPr>
                        <a:t>menggunakan</a:t>
                      </a:r>
                      <a:r>
                        <a:rPr lang="en-US" sz="1400" b="0" i="0" u="none" strike="noStrike" cap="none" dirty="0" smtClean="0">
                          <a:solidFill>
                            <a:schemeClr val="tx1"/>
                          </a:solidFill>
                          <a:effectLst/>
                          <a:latin typeface="Mulish" charset="0"/>
                          <a:ea typeface="Arial"/>
                          <a:cs typeface="Arial"/>
                          <a:sym typeface="Arial"/>
                        </a:rPr>
                        <a:t> website </a:t>
                      </a:r>
                      <a:r>
                        <a:rPr lang="en-US" sz="1400" b="0" i="0" u="none" strike="noStrike" cap="none" dirty="0" err="1" smtClean="0">
                          <a:solidFill>
                            <a:schemeClr val="tx1"/>
                          </a:solidFill>
                          <a:effectLst/>
                          <a:latin typeface="Mulish" charset="0"/>
                          <a:ea typeface="Arial"/>
                          <a:cs typeface="Arial"/>
                          <a:sym typeface="Arial"/>
                        </a:rPr>
                        <a:t>untuk</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meningkatkan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layanan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kepada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masyarakat</a:t>
                      </a:r>
                      <a:r>
                        <a:rPr lang="en-US" sz="1400" b="0" i="0" u="none" strike="noStrike" cap="none" dirty="0" smtClean="0">
                          <a:solidFill>
                            <a:schemeClr val="tx1"/>
                          </a:solidFill>
                          <a:effectLst/>
                          <a:latin typeface="Mulish" charset="0"/>
                          <a:ea typeface="Arial"/>
                          <a:cs typeface="Arial"/>
                          <a:sym typeface="Arial"/>
                        </a:rPr>
                        <a:t> yang </a:t>
                      </a:r>
                      <a:r>
                        <a:rPr lang="en-US" sz="1400" b="0" i="0" u="none" strike="noStrike" cap="none" dirty="0" err="1" smtClean="0">
                          <a:solidFill>
                            <a:schemeClr val="tx1"/>
                          </a:solidFill>
                          <a:effectLst/>
                          <a:latin typeface="Mulish" charset="0"/>
                          <a:ea typeface="Arial"/>
                          <a:cs typeface="Arial"/>
                          <a:sym typeface="Arial"/>
                        </a:rPr>
                        <a:t>dibangun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menggunakan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bahasa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pemprograman</a:t>
                      </a:r>
                      <a:r>
                        <a:rPr lang="en-US" sz="1400" b="0" i="0" u="none" strike="noStrike" cap="none" dirty="0" smtClean="0">
                          <a:solidFill>
                            <a:schemeClr val="tx1"/>
                          </a:solidFill>
                          <a:effectLst/>
                          <a:latin typeface="Mulish" charset="0"/>
                          <a:ea typeface="Arial"/>
                          <a:cs typeface="Arial"/>
                          <a:sym typeface="Arial"/>
                        </a:rPr>
                        <a:t> PHP </a:t>
                      </a:r>
                      <a:r>
                        <a:rPr lang="en-US" sz="1400" b="0" i="0" u="none" strike="noStrike" cap="none" dirty="0" err="1" smtClean="0">
                          <a:solidFill>
                            <a:schemeClr val="tx1"/>
                          </a:solidFill>
                          <a:effectLst/>
                          <a:latin typeface="Mulish" charset="0"/>
                          <a:ea typeface="Arial"/>
                          <a:cs typeface="Arial"/>
                          <a:sym typeface="Arial"/>
                        </a:rPr>
                        <a:t>dan</a:t>
                      </a:r>
                      <a:r>
                        <a:rPr lang="en-US" sz="1400" b="0" i="0" u="none" strike="noStrike" cap="none" dirty="0" smtClean="0">
                          <a:solidFill>
                            <a:schemeClr val="tx1"/>
                          </a:solidFill>
                          <a:effectLst/>
                          <a:latin typeface="Mulish" charset="0"/>
                          <a:ea typeface="Arial"/>
                          <a:cs typeface="Arial"/>
                          <a:sym typeface="Arial"/>
                        </a:rPr>
                        <a:t> database </a:t>
                      </a:r>
                      <a:r>
                        <a:rPr lang="en-US" sz="1400" b="0" i="0" u="none" strike="noStrike" cap="none" dirty="0" err="1" smtClean="0">
                          <a:solidFill>
                            <a:schemeClr val="tx1"/>
                          </a:solidFill>
                          <a:effectLst/>
                          <a:latin typeface="Mulish" charset="0"/>
                          <a:ea typeface="Arial"/>
                          <a:cs typeface="Arial"/>
                          <a:sym typeface="Arial"/>
                        </a:rPr>
                        <a:t>mysql</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sebagai</a:t>
                      </a:r>
                      <a:r>
                        <a:rPr lang="en-US" sz="1400" b="0" i="0" u="none" strike="noStrike" cap="none" dirty="0" smtClean="0">
                          <a:solidFill>
                            <a:schemeClr val="tx1"/>
                          </a:solidFill>
                          <a:effectLst/>
                          <a:latin typeface="Mulish" charset="0"/>
                          <a:ea typeface="Arial"/>
                          <a:cs typeface="Arial"/>
                          <a:sym typeface="Arial"/>
                        </a:rPr>
                        <a:t> media </a:t>
                      </a:r>
                      <a:r>
                        <a:rPr lang="en-US" sz="1400" b="0" i="0" u="none" strike="noStrike" cap="none" dirty="0" err="1" smtClean="0">
                          <a:solidFill>
                            <a:schemeClr val="tx1"/>
                          </a:solidFill>
                          <a:effectLst/>
                          <a:latin typeface="Mulish" charset="0"/>
                          <a:ea typeface="Arial"/>
                          <a:cs typeface="Arial"/>
                          <a:sym typeface="Arial"/>
                        </a:rPr>
                        <a:t>penyimpanan</a:t>
                      </a:r>
                      <a:r>
                        <a:rPr lang="en-US" sz="1400" b="0" i="0" u="none" strike="noStrike" cap="none" dirty="0" smtClean="0">
                          <a:solidFill>
                            <a:schemeClr val="tx1"/>
                          </a:solidFill>
                          <a:effectLst/>
                          <a:latin typeface="Mulish" charset="0"/>
                          <a:ea typeface="Arial"/>
                          <a:cs typeface="Arial"/>
                          <a:sym typeface="Arial"/>
                        </a:rPr>
                        <a:t> data</a:t>
                      </a:r>
                      <a:endParaRPr sz="1400" dirty="0">
                        <a:solidFill>
                          <a:schemeClr val="tx1"/>
                        </a:solidFill>
                        <a:latin typeface="Mulish" charset="0"/>
                        <a:ea typeface="Mulish"/>
                        <a:cs typeface="Mulish"/>
                        <a:sym typeface="Mulish"/>
                      </a:endParaRPr>
                    </a:p>
                  </a:txBody>
                  <a:tcPr marL="91425" marR="91425" marT="0" marB="0" anchor="ctr">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bl>
          </a:graphicData>
        </a:graphic>
      </p:graphicFrame>
      <p:sp>
        <p:nvSpPr>
          <p:cNvPr id="300" name="Google Shape;300;p3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6</a:t>
            </a:r>
            <a:endParaRPr dirty="0"/>
          </a:p>
        </p:txBody>
      </p:sp>
      <p:sp>
        <p:nvSpPr>
          <p:cNvPr id="2" name="TextBox 1"/>
          <p:cNvSpPr txBox="1"/>
          <p:nvPr/>
        </p:nvSpPr>
        <p:spPr>
          <a:xfrm>
            <a:off x="755576" y="1203598"/>
            <a:ext cx="7704856" cy="861774"/>
          </a:xfrm>
          <a:prstGeom prst="rect">
            <a:avLst/>
          </a:prstGeom>
          <a:noFill/>
        </p:spPr>
        <p:txBody>
          <a:bodyPr wrap="square" rtlCol="0">
            <a:spAutoFit/>
          </a:bodyPr>
          <a:lstStyle/>
          <a:p>
            <a:pPr lvl="0"/>
            <a:r>
              <a:rPr lang="en-US" sz="1800" b="1" dirty="0" smtClean="0">
                <a:solidFill>
                  <a:schemeClr val="tx1"/>
                </a:solidFill>
                <a:latin typeface="Mulish" charset="0"/>
              </a:rPr>
              <a:t>1. </a:t>
            </a:r>
            <a:r>
              <a:rPr lang="en-US" sz="1800" b="1" dirty="0" err="1" smtClean="0">
                <a:solidFill>
                  <a:schemeClr val="tx1"/>
                </a:solidFill>
                <a:latin typeface="Mulish" charset="0"/>
              </a:rPr>
              <a:t>Sistem</a:t>
            </a:r>
            <a:r>
              <a:rPr lang="en-US" sz="1800" b="1" dirty="0" smtClean="0">
                <a:solidFill>
                  <a:schemeClr val="tx1"/>
                </a:solidFill>
                <a:latin typeface="Mulish" charset="0"/>
              </a:rPr>
              <a:t> </a:t>
            </a:r>
            <a:r>
              <a:rPr lang="en-US" sz="1800" b="1" dirty="0" err="1">
                <a:solidFill>
                  <a:schemeClr val="tx1"/>
                </a:solidFill>
                <a:latin typeface="Mulish" charset="0"/>
              </a:rPr>
              <a:t>Informasi</a:t>
            </a:r>
            <a:r>
              <a:rPr lang="en-US" sz="1800" b="1" dirty="0">
                <a:solidFill>
                  <a:schemeClr val="tx1"/>
                </a:solidFill>
                <a:latin typeface="Mulish" charset="0"/>
              </a:rPr>
              <a:t> </a:t>
            </a:r>
            <a:r>
              <a:rPr lang="en-US" sz="1800" b="1" dirty="0" err="1">
                <a:solidFill>
                  <a:schemeClr val="tx1"/>
                </a:solidFill>
                <a:latin typeface="Mulish" charset="0"/>
              </a:rPr>
              <a:t>Manajemen</a:t>
            </a:r>
            <a:r>
              <a:rPr lang="en-US" sz="1800" b="1" dirty="0">
                <a:solidFill>
                  <a:schemeClr val="tx1"/>
                </a:solidFill>
                <a:latin typeface="Mulish" charset="0"/>
              </a:rPr>
              <a:t> </a:t>
            </a:r>
            <a:r>
              <a:rPr lang="en-US" sz="1800" b="1" dirty="0" err="1">
                <a:solidFill>
                  <a:schemeClr val="tx1"/>
                </a:solidFill>
                <a:latin typeface="Mulish" charset="0"/>
              </a:rPr>
              <a:t>Puskesmas</a:t>
            </a:r>
            <a:r>
              <a:rPr lang="en-US" sz="1800" b="1" dirty="0">
                <a:solidFill>
                  <a:schemeClr val="tx1"/>
                </a:solidFill>
                <a:latin typeface="Mulish" charset="0"/>
              </a:rPr>
              <a:t> (</a:t>
            </a:r>
            <a:r>
              <a:rPr lang="en-US" sz="1800" b="1" dirty="0" err="1">
                <a:solidFill>
                  <a:schemeClr val="tx1"/>
                </a:solidFill>
                <a:latin typeface="Mulish" charset="0"/>
              </a:rPr>
              <a:t>Simpus</a:t>
            </a:r>
            <a:r>
              <a:rPr lang="en-US" sz="1800" b="1" dirty="0">
                <a:solidFill>
                  <a:schemeClr val="tx1"/>
                </a:solidFill>
                <a:latin typeface="Mulish" charset="0"/>
              </a:rPr>
              <a:t>) </a:t>
            </a:r>
            <a:r>
              <a:rPr lang="en-US" sz="1800" b="1" dirty="0" err="1">
                <a:solidFill>
                  <a:schemeClr val="tx1"/>
                </a:solidFill>
                <a:latin typeface="Mulish" charset="0"/>
              </a:rPr>
              <a:t>Pada</a:t>
            </a:r>
            <a:r>
              <a:rPr lang="en-US" sz="1800" b="1" dirty="0">
                <a:solidFill>
                  <a:schemeClr val="tx1"/>
                </a:solidFill>
                <a:latin typeface="Mulish" charset="0"/>
              </a:rPr>
              <a:t> </a:t>
            </a:r>
            <a:r>
              <a:rPr lang="en-US" sz="1800" b="1" dirty="0" err="1">
                <a:solidFill>
                  <a:schemeClr val="tx1"/>
                </a:solidFill>
                <a:latin typeface="Mulish" charset="0"/>
              </a:rPr>
              <a:t>Puskesmas</a:t>
            </a:r>
            <a:r>
              <a:rPr lang="en-US" sz="1800" b="1" dirty="0">
                <a:solidFill>
                  <a:schemeClr val="tx1"/>
                </a:solidFill>
                <a:latin typeface="Mulish" charset="0"/>
              </a:rPr>
              <a:t> BIHA </a:t>
            </a:r>
            <a:r>
              <a:rPr lang="en-US" sz="1800" b="1" dirty="0" err="1">
                <a:solidFill>
                  <a:schemeClr val="tx1"/>
                </a:solidFill>
                <a:latin typeface="Mulish" charset="0"/>
              </a:rPr>
              <a:t>Pesisir</a:t>
            </a:r>
            <a:r>
              <a:rPr lang="en-US" sz="1800" b="1" dirty="0">
                <a:solidFill>
                  <a:schemeClr val="tx1"/>
                </a:solidFill>
                <a:latin typeface="Mulish" charset="0"/>
              </a:rPr>
              <a:t> Barat Lampung</a:t>
            </a:r>
            <a:endParaRPr lang="en-US" sz="1800" b="1" dirty="0">
              <a:solidFill>
                <a:schemeClr val="tx1"/>
              </a:solidFill>
              <a:latin typeface="Mulish" charset="0"/>
              <a:ea typeface="Mulish"/>
              <a:cs typeface="Mulish"/>
              <a:sym typeface="Mulish"/>
            </a:endParaRPr>
          </a:p>
          <a:p>
            <a:endParaRPr lang="en-US" dirty="0"/>
          </a:p>
        </p:txBody>
      </p:sp>
    </p:spTree>
    <p:extLst>
      <p:ext uri="{BB962C8B-B14F-4D97-AF65-F5344CB8AC3E}">
        <p14:creationId xmlns:p14="http://schemas.microsoft.com/office/powerpoint/2010/main" val="228925521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Studi sebelumnya terkait TA</a:t>
            </a:r>
            <a:endParaRPr dirty="0"/>
          </a:p>
        </p:txBody>
      </p:sp>
      <p:graphicFrame>
        <p:nvGraphicFramePr>
          <p:cNvPr id="297" name="Google Shape;297;p30"/>
          <p:cNvGraphicFramePr/>
          <p:nvPr>
            <p:extLst>
              <p:ext uri="{D42A27DB-BD31-4B8C-83A1-F6EECF244321}">
                <p14:modId xmlns:p14="http://schemas.microsoft.com/office/powerpoint/2010/main" val="1807077918"/>
              </p:ext>
            </p:extLst>
          </p:nvPr>
        </p:nvGraphicFramePr>
        <p:xfrm>
          <a:off x="735617" y="1995686"/>
          <a:ext cx="7704000" cy="1789850"/>
        </p:xfrm>
        <a:graphic>
          <a:graphicData uri="http://schemas.openxmlformats.org/drawingml/2006/table">
            <a:tbl>
              <a:tblPr>
                <a:noFill/>
                <a:tableStyleId>{979CD968-FA2B-442A-8683-02A57468DC9F}</a:tableStyleId>
              </a:tblPr>
              <a:tblGrid>
                <a:gridCol w="2496750"/>
                <a:gridCol w="5207250"/>
              </a:tblGrid>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Nama</a:t>
                      </a:r>
                      <a:r>
                        <a:rPr lang="en" sz="1400" b="1" baseline="0" dirty="0" smtClean="0">
                          <a:solidFill>
                            <a:schemeClr val="tx1"/>
                          </a:solidFill>
                          <a:uFill>
                            <a:noFill/>
                          </a:uFill>
                          <a:latin typeface="Mulish" charset="0"/>
                          <a:ea typeface="IBM Plex Sans"/>
                          <a:cs typeface="IBM Plex Sans"/>
                          <a:sym typeface="IBM Plex Sans"/>
                        </a:rPr>
                        <a:t> Penulis</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smtClean="0">
                          <a:solidFill>
                            <a:schemeClr val="tx1"/>
                          </a:solidFill>
                          <a:effectLst/>
                          <a:latin typeface="Mulish" charset="0"/>
                          <a:ea typeface="Arial"/>
                          <a:cs typeface="Arial"/>
                          <a:sym typeface="Arial"/>
                        </a:rPr>
                        <a:t>Ivan </a:t>
                      </a:r>
                      <a:r>
                        <a:rPr lang="en-US" sz="1400" b="0" i="0" u="none" strike="noStrike" cap="none" dirty="0" err="1" smtClean="0">
                          <a:solidFill>
                            <a:schemeClr val="tx1"/>
                          </a:solidFill>
                          <a:effectLst/>
                          <a:latin typeface="Mulish" charset="0"/>
                          <a:ea typeface="Arial"/>
                          <a:cs typeface="Arial"/>
                          <a:sym typeface="Arial"/>
                        </a:rPr>
                        <a:t>Tinarbudi</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Gavinov</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Fitri</a:t>
                      </a:r>
                      <a:r>
                        <a:rPr lang="en-US" sz="1400" b="0" i="0" u="none" strike="noStrike" cap="none" dirty="0" smtClean="0">
                          <a:solidFill>
                            <a:schemeClr val="tx1"/>
                          </a:solidFill>
                          <a:effectLst/>
                          <a:latin typeface="Mulish" charset="0"/>
                          <a:ea typeface="Arial"/>
                          <a:cs typeface="Arial"/>
                          <a:sym typeface="Arial"/>
                        </a:rPr>
                        <a:t> Lestari</a:t>
                      </a:r>
                      <a:endParaRPr sz="1400" dirty="0">
                        <a:solidFill>
                          <a:schemeClr val="tx1"/>
                        </a:solidFill>
                        <a:latin typeface="Mulish" charset="0"/>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Tahun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smtClean="0">
                          <a:solidFill>
                            <a:schemeClr val="tx1"/>
                          </a:solidFill>
                          <a:effectLst/>
                          <a:latin typeface="Mulish" charset="0"/>
                          <a:ea typeface="Arial"/>
                          <a:cs typeface="Arial"/>
                          <a:sym typeface="Arial"/>
                        </a:rPr>
                        <a:t>2022</a:t>
                      </a:r>
                      <a:endParaRPr sz="1400" dirty="0">
                        <a:solidFill>
                          <a:schemeClr val="tx1"/>
                        </a:solidFill>
                        <a:latin typeface="Mulish" charset="0"/>
                        <a:ea typeface="Mulish"/>
                        <a:cs typeface="Mulish"/>
                        <a:sym typeface="Mulish"/>
                      </a:endParaRPr>
                    </a:p>
                  </a:txBody>
                  <a:tcPr marL="91425" marR="91425" marT="0" marB="0" anchor="ctr">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Hasil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b="0" i="0" u="none" strike="noStrike" cap="none" dirty="0" err="1" smtClean="0">
                          <a:solidFill>
                            <a:schemeClr val="tx1"/>
                          </a:solidFill>
                          <a:effectLst/>
                          <a:latin typeface="Mulish" charset="0"/>
                          <a:ea typeface="Arial"/>
                          <a:cs typeface="Arial"/>
                          <a:sym typeface="Arial"/>
                        </a:rPr>
                        <a:t>Penerapan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simpus</a:t>
                      </a:r>
                      <a:r>
                        <a:rPr lang="en-US" sz="1400" b="0" i="0" u="none" strike="noStrike" cap="none" dirty="0" smtClean="0">
                          <a:solidFill>
                            <a:schemeClr val="tx1"/>
                          </a:solidFill>
                          <a:effectLst/>
                          <a:latin typeface="Mulish" charset="0"/>
                          <a:ea typeface="Arial"/>
                          <a:cs typeface="Arial"/>
                          <a:sym typeface="Arial"/>
                        </a:rPr>
                        <a:t> di </a:t>
                      </a:r>
                      <a:r>
                        <a:rPr lang="en-US" sz="1400" b="0" i="0" u="none" strike="noStrike" cap="none" dirty="0" err="1" smtClean="0">
                          <a:solidFill>
                            <a:schemeClr val="tx1"/>
                          </a:solidFill>
                          <a:effectLst/>
                          <a:latin typeface="Mulish" charset="0"/>
                          <a:ea typeface="Arial"/>
                          <a:cs typeface="Arial"/>
                          <a:sym typeface="Arial"/>
                        </a:rPr>
                        <a:t>puskesmas</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Banguntapan</a:t>
                      </a:r>
                      <a:r>
                        <a:rPr lang="en-US" sz="1400" b="0" i="0" u="none" strike="noStrike" cap="none" dirty="0" smtClean="0">
                          <a:solidFill>
                            <a:schemeClr val="tx1"/>
                          </a:solidFill>
                          <a:effectLst/>
                          <a:latin typeface="Mulish" charset="0"/>
                          <a:ea typeface="Arial"/>
                          <a:cs typeface="Arial"/>
                          <a:sym typeface="Arial"/>
                        </a:rPr>
                        <a:t> I </a:t>
                      </a:r>
                      <a:r>
                        <a:rPr lang="en-US" sz="1400" b="0" i="0" u="none" strike="noStrike" cap="none" dirty="0" err="1" smtClean="0">
                          <a:solidFill>
                            <a:schemeClr val="tx1"/>
                          </a:solidFill>
                          <a:effectLst/>
                          <a:latin typeface="Mulish" charset="0"/>
                          <a:ea typeface="Arial"/>
                          <a:cs typeface="Arial"/>
                          <a:sym typeface="Arial"/>
                        </a:rPr>
                        <a:t>sudah</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beroperasional</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selama</a:t>
                      </a:r>
                      <a:r>
                        <a:rPr lang="en-US" sz="1400" b="0" i="0" u="none" strike="noStrike" cap="none" dirty="0" smtClean="0">
                          <a:solidFill>
                            <a:schemeClr val="tx1"/>
                          </a:solidFill>
                          <a:effectLst/>
                          <a:latin typeface="Mulish" charset="0"/>
                          <a:ea typeface="Arial"/>
                          <a:cs typeface="Arial"/>
                          <a:sym typeface="Arial"/>
                        </a:rPr>
                        <a:t> 1 </a:t>
                      </a:r>
                      <a:r>
                        <a:rPr lang="en-US" sz="1400" b="0" i="0" u="none" strike="noStrike" cap="none" dirty="0" err="1" smtClean="0">
                          <a:solidFill>
                            <a:schemeClr val="tx1"/>
                          </a:solidFill>
                          <a:effectLst/>
                          <a:latin typeface="Mulish" charset="0"/>
                          <a:ea typeface="Arial"/>
                          <a:cs typeface="Arial"/>
                          <a:sym typeface="Arial"/>
                        </a:rPr>
                        <a:t>tahun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lebih</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dan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masih</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banyak</a:t>
                      </a:r>
                      <a:r>
                        <a:rPr lang="en-US" sz="1400" b="0" i="0" u="none" strike="noStrike" cap="none" dirty="0" smtClean="0">
                          <a:solidFill>
                            <a:schemeClr val="tx1"/>
                          </a:solidFill>
                          <a:effectLst/>
                          <a:latin typeface="Mulish" charset="0"/>
                          <a:ea typeface="Arial"/>
                          <a:cs typeface="Arial"/>
                          <a:sym typeface="Arial"/>
                        </a:rPr>
                        <a:t> yang </a:t>
                      </a:r>
                      <a:r>
                        <a:rPr lang="en-US" sz="1400" b="0" i="0" u="none" strike="noStrike" cap="none" dirty="0" err="1" smtClean="0">
                          <a:solidFill>
                            <a:schemeClr val="tx1"/>
                          </a:solidFill>
                          <a:effectLst/>
                          <a:latin typeface="Mulish" charset="0"/>
                          <a:ea typeface="Arial"/>
                          <a:cs typeface="Arial"/>
                          <a:sym typeface="Arial"/>
                        </a:rPr>
                        <a:t>harus</a:t>
                      </a:r>
                      <a:r>
                        <a:rPr lang="en-US" sz="1400" b="0" i="0" u="none" strike="noStrike" cap="none" dirty="0" smtClean="0">
                          <a:solidFill>
                            <a:schemeClr val="tx1"/>
                          </a:solidFill>
                          <a:effectLst/>
                          <a:latin typeface="Mulish" charset="0"/>
                          <a:ea typeface="Arial"/>
                          <a:cs typeface="Arial"/>
                          <a:sym typeface="Arial"/>
                        </a:rPr>
                        <a:t> di </a:t>
                      </a:r>
                      <a:r>
                        <a:rPr lang="en-US" sz="1400" b="0" i="0" u="none" strike="noStrike" cap="none" dirty="0" err="1" smtClean="0">
                          <a:solidFill>
                            <a:schemeClr val="tx1"/>
                          </a:solidFill>
                          <a:effectLst/>
                          <a:latin typeface="Mulish" charset="0"/>
                          <a:ea typeface="Arial"/>
                          <a:cs typeface="Arial"/>
                          <a:sym typeface="Arial"/>
                        </a:rPr>
                        <a:t>lakukan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perbaikan</a:t>
                      </a:r>
                      <a:r>
                        <a:rPr lang="en-US" sz="1400" b="0" i="0" u="none" strike="noStrike" cap="none" dirty="0" smtClean="0">
                          <a:solidFill>
                            <a:schemeClr val="tx1"/>
                          </a:solidFill>
                          <a:effectLst/>
                          <a:latin typeface="Mulish" charset="0"/>
                          <a:ea typeface="Arial"/>
                          <a:cs typeface="Arial"/>
                          <a:sym typeface="Arial"/>
                        </a:rPr>
                        <a:t> – </a:t>
                      </a:r>
                      <a:r>
                        <a:rPr lang="en-US" sz="1400" b="0" i="0" u="none" strike="noStrike" cap="none" dirty="0" err="1" smtClean="0">
                          <a:solidFill>
                            <a:schemeClr val="tx1"/>
                          </a:solidFill>
                          <a:effectLst/>
                          <a:latin typeface="Mulish" charset="0"/>
                          <a:ea typeface="Arial"/>
                          <a:cs typeface="Arial"/>
                          <a:sym typeface="Arial"/>
                        </a:rPr>
                        <a:t>perbaikan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dari</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sistem</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informasi</a:t>
                      </a:r>
                      <a:r>
                        <a:rPr lang="en-US" sz="1400" b="0" i="0" u="none" strike="noStrike" cap="none" dirty="0" smtClean="0">
                          <a:solidFill>
                            <a:schemeClr val="tx1"/>
                          </a:solidFill>
                          <a:effectLst/>
                          <a:latin typeface="Mulish" charset="0"/>
                          <a:ea typeface="Arial"/>
                          <a:cs typeface="Arial"/>
                          <a:sym typeface="Arial"/>
                        </a:rPr>
                        <a:t> yang </a:t>
                      </a:r>
                      <a:r>
                        <a:rPr lang="en-US" sz="1400" b="0" i="0" u="none" strike="noStrike" cap="none" dirty="0" err="1" smtClean="0">
                          <a:solidFill>
                            <a:schemeClr val="tx1"/>
                          </a:solidFill>
                          <a:effectLst/>
                          <a:latin typeface="Mulish" charset="0"/>
                          <a:ea typeface="Arial"/>
                          <a:cs typeface="Arial"/>
                          <a:sym typeface="Arial"/>
                        </a:rPr>
                        <a:t>ada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pada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simpus</a:t>
                      </a:r>
                      <a:r>
                        <a:rPr lang="en-US" sz="1400" b="0" i="0" u="none" strike="noStrike" cap="none" dirty="0" smtClean="0">
                          <a:solidFill>
                            <a:schemeClr val="tx1"/>
                          </a:solidFill>
                          <a:effectLst/>
                          <a:latin typeface="Mulish" charset="0"/>
                          <a:ea typeface="Arial"/>
                          <a:cs typeface="Arial"/>
                          <a:sym typeface="Arial"/>
                        </a:rPr>
                        <a:t> yang </a:t>
                      </a:r>
                      <a:r>
                        <a:rPr lang="en-US" sz="1400" b="0" i="0" u="none" strike="noStrike" cap="none" dirty="0" err="1" smtClean="0">
                          <a:solidFill>
                            <a:schemeClr val="tx1"/>
                          </a:solidFill>
                          <a:effectLst/>
                          <a:latin typeface="Mulish" charset="0"/>
                          <a:ea typeface="Arial"/>
                          <a:cs typeface="Arial"/>
                          <a:sym typeface="Arial"/>
                        </a:rPr>
                        <a:t>mana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akan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dapat</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meningkatkan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pelayanan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puskesmas</a:t>
                      </a:r>
                      <a:r>
                        <a:rPr lang="en-US" sz="1400" b="0" i="0" u="none" strike="noStrike" cap="none" dirty="0" smtClean="0">
                          <a:solidFill>
                            <a:schemeClr val="tx1"/>
                          </a:solidFill>
                          <a:effectLst/>
                          <a:latin typeface="Mulish" charset="0"/>
                          <a:ea typeface="Arial"/>
                          <a:cs typeface="Arial"/>
                          <a:sym typeface="Arial"/>
                        </a:rPr>
                        <a:t>.</a:t>
                      </a:r>
                      <a:endParaRPr sz="1400" dirty="0">
                        <a:solidFill>
                          <a:schemeClr val="tx1"/>
                        </a:solidFill>
                        <a:latin typeface="Mulish" charset="0"/>
                        <a:ea typeface="Mulish"/>
                        <a:cs typeface="Mulish"/>
                        <a:sym typeface="Mulish"/>
                      </a:endParaRPr>
                    </a:p>
                  </a:txBody>
                  <a:tcPr marL="91425" marR="91425" marT="0" marB="0" anchor="ctr">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bl>
          </a:graphicData>
        </a:graphic>
      </p:graphicFrame>
      <p:sp>
        <p:nvSpPr>
          <p:cNvPr id="300" name="Google Shape;300;p3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7</a:t>
            </a:r>
            <a:endParaRPr dirty="0"/>
          </a:p>
        </p:txBody>
      </p:sp>
      <p:sp>
        <p:nvSpPr>
          <p:cNvPr id="2" name="TextBox 1"/>
          <p:cNvSpPr txBox="1"/>
          <p:nvPr/>
        </p:nvSpPr>
        <p:spPr>
          <a:xfrm>
            <a:off x="755576" y="1203598"/>
            <a:ext cx="7704856" cy="646331"/>
          </a:xfrm>
          <a:prstGeom prst="rect">
            <a:avLst/>
          </a:prstGeom>
          <a:noFill/>
        </p:spPr>
        <p:txBody>
          <a:bodyPr wrap="square" rtlCol="0">
            <a:spAutoFit/>
          </a:bodyPr>
          <a:lstStyle/>
          <a:p>
            <a:pPr lvl="0"/>
            <a:r>
              <a:rPr lang="en-US" sz="1800" b="1" dirty="0">
                <a:solidFill>
                  <a:schemeClr val="tx1"/>
                </a:solidFill>
                <a:latin typeface="Mulish" charset="0"/>
              </a:rPr>
              <a:t>2</a:t>
            </a:r>
            <a:r>
              <a:rPr lang="en-US" sz="1800" b="1" dirty="0" smtClean="0">
                <a:solidFill>
                  <a:schemeClr val="tx1"/>
                </a:solidFill>
                <a:latin typeface="Mulish" charset="0"/>
              </a:rPr>
              <a:t>. </a:t>
            </a:r>
            <a:r>
              <a:rPr lang="en-US" sz="1800" b="1" dirty="0" err="1">
                <a:solidFill>
                  <a:schemeClr val="tx1"/>
                </a:solidFill>
                <a:latin typeface="Mulish" charset="0"/>
              </a:rPr>
              <a:t>Penerapan</a:t>
            </a:r>
            <a:r>
              <a:rPr lang="en-US" sz="1800" b="1" dirty="0">
                <a:solidFill>
                  <a:schemeClr val="tx1"/>
                </a:solidFill>
                <a:latin typeface="Mulish" charset="0"/>
              </a:rPr>
              <a:t> </a:t>
            </a:r>
            <a:r>
              <a:rPr lang="en-US" sz="1800" b="1" dirty="0" err="1">
                <a:solidFill>
                  <a:schemeClr val="tx1"/>
                </a:solidFill>
                <a:latin typeface="Mulish" charset="0"/>
              </a:rPr>
              <a:t>Sistem</a:t>
            </a:r>
            <a:r>
              <a:rPr lang="en-US" sz="1800" b="1" dirty="0">
                <a:solidFill>
                  <a:schemeClr val="tx1"/>
                </a:solidFill>
                <a:latin typeface="Mulish" charset="0"/>
              </a:rPr>
              <a:t> </a:t>
            </a:r>
            <a:r>
              <a:rPr lang="en-US" sz="1800" b="1" dirty="0" err="1">
                <a:solidFill>
                  <a:schemeClr val="tx1"/>
                </a:solidFill>
                <a:latin typeface="Mulish" charset="0"/>
              </a:rPr>
              <a:t>Informasi</a:t>
            </a:r>
            <a:r>
              <a:rPr lang="en-US" sz="1800" b="1" dirty="0">
                <a:solidFill>
                  <a:schemeClr val="tx1"/>
                </a:solidFill>
                <a:latin typeface="Mulish" charset="0"/>
              </a:rPr>
              <a:t> </a:t>
            </a:r>
            <a:r>
              <a:rPr lang="en-US" sz="1800" b="1" dirty="0" err="1">
                <a:solidFill>
                  <a:schemeClr val="tx1"/>
                </a:solidFill>
                <a:latin typeface="Mulish" charset="0"/>
              </a:rPr>
              <a:t>Manajemen</a:t>
            </a:r>
            <a:r>
              <a:rPr lang="en-US" sz="1800" b="1" dirty="0">
                <a:solidFill>
                  <a:schemeClr val="tx1"/>
                </a:solidFill>
                <a:latin typeface="Mulish" charset="0"/>
              </a:rPr>
              <a:t> </a:t>
            </a:r>
            <a:r>
              <a:rPr lang="en-US" sz="1800" b="1" dirty="0" err="1">
                <a:solidFill>
                  <a:schemeClr val="tx1"/>
                </a:solidFill>
                <a:latin typeface="Mulish" charset="0"/>
              </a:rPr>
              <a:t>Puskesmas</a:t>
            </a:r>
            <a:r>
              <a:rPr lang="en-US" sz="1800" b="1" dirty="0">
                <a:solidFill>
                  <a:schemeClr val="tx1"/>
                </a:solidFill>
                <a:latin typeface="Mulish" charset="0"/>
              </a:rPr>
              <a:t> (</a:t>
            </a:r>
            <a:r>
              <a:rPr lang="en-US" sz="1800" b="1" dirty="0" err="1">
                <a:solidFill>
                  <a:schemeClr val="tx1"/>
                </a:solidFill>
                <a:latin typeface="Mulish" charset="0"/>
              </a:rPr>
              <a:t>Simpus</a:t>
            </a:r>
            <a:r>
              <a:rPr lang="en-US" sz="1800" b="1" dirty="0">
                <a:solidFill>
                  <a:schemeClr val="tx1"/>
                </a:solidFill>
                <a:latin typeface="Mulish" charset="0"/>
              </a:rPr>
              <a:t>) </a:t>
            </a:r>
            <a:r>
              <a:rPr lang="en-US" sz="1800" b="1" dirty="0" err="1">
                <a:solidFill>
                  <a:schemeClr val="tx1"/>
                </a:solidFill>
                <a:latin typeface="Mulish" charset="0"/>
              </a:rPr>
              <a:t>Dalam</a:t>
            </a:r>
            <a:r>
              <a:rPr lang="en-US" sz="1800" b="1" dirty="0">
                <a:solidFill>
                  <a:schemeClr val="tx1"/>
                </a:solidFill>
                <a:latin typeface="Mulish" charset="0"/>
              </a:rPr>
              <a:t> </a:t>
            </a:r>
            <a:r>
              <a:rPr lang="en-US" sz="1800" b="1" dirty="0" err="1">
                <a:solidFill>
                  <a:schemeClr val="tx1"/>
                </a:solidFill>
                <a:latin typeface="Mulish" charset="0"/>
              </a:rPr>
              <a:t>Pelayanan</a:t>
            </a:r>
            <a:r>
              <a:rPr lang="en-US" sz="1800" b="1" dirty="0">
                <a:solidFill>
                  <a:schemeClr val="tx1"/>
                </a:solidFill>
                <a:latin typeface="Mulish" charset="0"/>
              </a:rPr>
              <a:t> </a:t>
            </a:r>
            <a:r>
              <a:rPr lang="en-US" sz="1800" b="1" dirty="0" err="1">
                <a:solidFill>
                  <a:schemeClr val="tx1"/>
                </a:solidFill>
                <a:latin typeface="Mulish" charset="0"/>
              </a:rPr>
              <a:t>Publik</a:t>
            </a:r>
            <a:endParaRPr lang="en-US" b="1" dirty="0">
              <a:solidFill>
                <a:schemeClr val="tx1"/>
              </a:solidFill>
              <a:latin typeface="Mulish" charset="0"/>
            </a:endParaRPr>
          </a:p>
        </p:txBody>
      </p:sp>
    </p:spTree>
    <p:extLst>
      <p:ext uri="{BB962C8B-B14F-4D97-AF65-F5344CB8AC3E}">
        <p14:creationId xmlns:p14="http://schemas.microsoft.com/office/powerpoint/2010/main" val="235320907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Studi sebelumnya terkait TA</a:t>
            </a:r>
            <a:endParaRPr dirty="0"/>
          </a:p>
        </p:txBody>
      </p:sp>
      <p:graphicFrame>
        <p:nvGraphicFramePr>
          <p:cNvPr id="297" name="Google Shape;297;p30"/>
          <p:cNvGraphicFramePr/>
          <p:nvPr>
            <p:extLst>
              <p:ext uri="{D42A27DB-BD31-4B8C-83A1-F6EECF244321}">
                <p14:modId xmlns:p14="http://schemas.microsoft.com/office/powerpoint/2010/main" val="3458422492"/>
              </p:ext>
            </p:extLst>
          </p:nvPr>
        </p:nvGraphicFramePr>
        <p:xfrm>
          <a:off x="735617" y="1995686"/>
          <a:ext cx="7704000" cy="1576490"/>
        </p:xfrm>
        <a:graphic>
          <a:graphicData uri="http://schemas.openxmlformats.org/drawingml/2006/table">
            <a:tbl>
              <a:tblPr>
                <a:noFill/>
                <a:tableStyleId>{979CD968-FA2B-442A-8683-02A57468DC9F}</a:tableStyleId>
              </a:tblPr>
              <a:tblGrid>
                <a:gridCol w="2496750"/>
                <a:gridCol w="5207250"/>
              </a:tblGrid>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Nama</a:t>
                      </a:r>
                      <a:r>
                        <a:rPr lang="en" sz="1400" b="1" baseline="0" dirty="0" smtClean="0">
                          <a:solidFill>
                            <a:schemeClr val="tx1"/>
                          </a:solidFill>
                          <a:uFill>
                            <a:noFill/>
                          </a:uFill>
                          <a:latin typeface="Mulish" charset="0"/>
                          <a:ea typeface="IBM Plex Sans"/>
                          <a:cs typeface="IBM Plex Sans"/>
                          <a:sym typeface="IBM Plex Sans"/>
                        </a:rPr>
                        <a:t> Penulis</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err="1" smtClean="0">
                          <a:solidFill>
                            <a:schemeClr val="tx1"/>
                          </a:solidFill>
                          <a:effectLst/>
                          <a:latin typeface="Mulish" charset="0"/>
                          <a:ea typeface="Arial"/>
                          <a:cs typeface="Arial"/>
                          <a:sym typeface="Arial"/>
                        </a:rPr>
                        <a:t>Heru</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Saputra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Arfan</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Pratama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Sotar</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Ilfa</a:t>
                      </a:r>
                      <a:r>
                        <a:rPr lang="en-US" sz="1400" b="0" i="0" u="none" strike="noStrike" cap="none" dirty="0" smtClean="0">
                          <a:solidFill>
                            <a:schemeClr val="tx1"/>
                          </a:solidFill>
                          <a:effectLst/>
                          <a:latin typeface="Mulish" charset="0"/>
                          <a:ea typeface="Arial"/>
                          <a:cs typeface="Arial"/>
                          <a:sym typeface="Arial"/>
                        </a:rPr>
                        <a:t> </a:t>
                      </a:r>
                      <a:r>
                        <a:rPr lang="en-US" sz="1400" b="0" i="0" u="none" strike="noStrike" cap="none" dirty="0" err="1" smtClean="0">
                          <a:solidFill>
                            <a:schemeClr val="tx1"/>
                          </a:solidFill>
                          <a:effectLst/>
                          <a:latin typeface="Mulish" charset="0"/>
                          <a:ea typeface="Arial"/>
                          <a:cs typeface="Arial"/>
                          <a:sym typeface="Arial"/>
                        </a:rPr>
                        <a:t>Stephane</a:t>
                      </a:r>
                      <a:endParaRPr sz="1400" dirty="0">
                        <a:solidFill>
                          <a:schemeClr val="tx1"/>
                        </a:solidFill>
                        <a:latin typeface="Mulish" charset="0"/>
                        <a:ea typeface="Mulish"/>
                        <a:cs typeface="Mulish"/>
                        <a:sym typeface="Mulish"/>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Tahun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b="0" i="0" u="none" strike="noStrike" cap="none" dirty="0" smtClean="0">
                          <a:solidFill>
                            <a:schemeClr val="tx1"/>
                          </a:solidFill>
                          <a:effectLst/>
                          <a:latin typeface="Mulish" charset="0"/>
                          <a:ea typeface="Arial"/>
                          <a:cs typeface="Arial"/>
                          <a:sym typeface="Arial"/>
                        </a:rPr>
                        <a:t>2022</a:t>
                      </a:r>
                      <a:endParaRPr sz="1400" dirty="0">
                        <a:solidFill>
                          <a:schemeClr val="tx1"/>
                        </a:solidFill>
                        <a:latin typeface="Mulish" charset="0"/>
                        <a:ea typeface="Mulish"/>
                        <a:cs typeface="Mulish"/>
                        <a:sym typeface="Mulish"/>
                      </a:endParaRPr>
                    </a:p>
                  </a:txBody>
                  <a:tcPr marL="91425" marR="91425" marT="0" marB="0" anchor="ctr">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r>
              <a:tr h="361525">
                <a:tc>
                  <a:txBody>
                    <a:bodyPr/>
                    <a:lstStyle/>
                    <a:p>
                      <a:pPr marL="0" lvl="0" indent="0" algn="l" rtl="0">
                        <a:spcBef>
                          <a:spcPts val="0"/>
                        </a:spcBef>
                        <a:spcAft>
                          <a:spcPts val="0"/>
                        </a:spcAft>
                        <a:buNone/>
                      </a:pPr>
                      <a:r>
                        <a:rPr lang="en" sz="1400" b="1" dirty="0" smtClean="0">
                          <a:solidFill>
                            <a:schemeClr val="tx1"/>
                          </a:solidFill>
                          <a:uFill>
                            <a:noFill/>
                          </a:uFill>
                          <a:latin typeface="Mulish" charset="0"/>
                          <a:ea typeface="IBM Plex Sans"/>
                          <a:cs typeface="IBM Plex Sans"/>
                          <a:sym typeface="IBM Plex Sans"/>
                        </a:rPr>
                        <a:t>Hasil Penelitian</a:t>
                      </a:r>
                      <a:endParaRPr sz="1400" b="1" dirty="0">
                        <a:solidFill>
                          <a:schemeClr val="tx1"/>
                        </a:solidFill>
                        <a:latin typeface="Mulish" charset="0"/>
                        <a:ea typeface="IBM Plex Sans"/>
                        <a:cs typeface="IBM Plex Sans"/>
                        <a:sym typeface="IBM Plex Sans"/>
                      </a:endParaRPr>
                    </a:p>
                  </a:txBody>
                  <a:tcPr marL="91425" marR="91425" marT="0" marB="0" anchor="ctr">
                    <a:lnL w="9525" cap="flat" cmpd="sng">
                      <a:solidFill>
                        <a:srgbClr val="595959">
                          <a:alpha val="0"/>
                        </a:srgbClr>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algn="just">
                        <a:spcAft>
                          <a:spcPts val="0"/>
                        </a:spcAft>
                      </a:pPr>
                      <a:r>
                        <a:rPr lang="en-US" sz="1400" dirty="0" err="1" smtClean="0">
                          <a:solidFill>
                            <a:schemeClr val="tx1"/>
                          </a:solidFill>
                          <a:effectLst/>
                          <a:latin typeface="Mulish" charset="0"/>
                          <a:ea typeface="Times New Roman"/>
                        </a:rPr>
                        <a:t>Dengan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adanya</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sistem</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informasi</a:t>
                      </a:r>
                      <a:r>
                        <a:rPr lang="en-US" sz="1400" dirty="0" smtClean="0">
                          <a:solidFill>
                            <a:schemeClr val="tx1"/>
                          </a:solidFill>
                          <a:effectLst/>
                          <a:latin typeface="Mulish" charset="0"/>
                          <a:ea typeface="Times New Roman"/>
                        </a:rPr>
                        <a:t> yang di </a:t>
                      </a:r>
                      <a:r>
                        <a:rPr lang="en-US" sz="1400" dirty="0" err="1" smtClean="0">
                          <a:solidFill>
                            <a:schemeClr val="tx1"/>
                          </a:solidFill>
                          <a:effectLst/>
                          <a:latin typeface="Mulish" charset="0"/>
                          <a:ea typeface="Times New Roman"/>
                        </a:rPr>
                        <a:t>buat</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maka</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dapat</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mempermudah</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dalam</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membuat</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pendaftaraan</a:t>
                      </a:r>
                      <a:endParaRPr lang="en-US" sz="1400" dirty="0" smtClean="0">
                        <a:solidFill>
                          <a:schemeClr val="tx1"/>
                        </a:solidFill>
                        <a:effectLst/>
                        <a:latin typeface="Mulish" charset="0"/>
                        <a:ea typeface="Times New Roman"/>
                      </a:endParaRPr>
                    </a:p>
                    <a:p>
                      <a:pPr algn="just">
                        <a:spcAft>
                          <a:spcPts val="0"/>
                        </a:spcAft>
                      </a:pPr>
                      <a:r>
                        <a:rPr lang="en-US" sz="1400" dirty="0" err="1" smtClean="0">
                          <a:solidFill>
                            <a:schemeClr val="tx1"/>
                          </a:solidFill>
                          <a:effectLst/>
                          <a:latin typeface="Mulish" charset="0"/>
                          <a:ea typeface="Times New Roman"/>
                        </a:rPr>
                        <a:t>hewan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jadwal</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hewan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dan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laporan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hewan</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serta</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dapat</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mempermudah</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dalam</a:t>
                      </a:r>
                      <a:r>
                        <a:rPr lang="en-US" sz="1400" dirty="0" smtClean="0">
                          <a:solidFill>
                            <a:schemeClr val="tx1"/>
                          </a:solidFill>
                          <a:effectLst/>
                          <a:latin typeface="Mulish" charset="0"/>
                          <a:ea typeface="Times New Roman"/>
                        </a:rPr>
                        <a:t> </a:t>
                      </a:r>
                      <a:r>
                        <a:rPr lang="en-US" sz="1400" dirty="0" err="1" smtClean="0">
                          <a:solidFill>
                            <a:schemeClr val="tx1"/>
                          </a:solidFill>
                          <a:effectLst/>
                          <a:latin typeface="Mulish" charset="0"/>
                          <a:ea typeface="Times New Roman"/>
                        </a:rPr>
                        <a:t>penyimpanan</a:t>
                      </a:r>
                      <a:r>
                        <a:rPr lang="en-US" sz="1400" dirty="0" smtClean="0">
                          <a:solidFill>
                            <a:schemeClr val="tx1"/>
                          </a:solidFill>
                          <a:effectLst/>
                          <a:latin typeface="Mulish" charset="0"/>
                          <a:ea typeface="Times New Roman"/>
                        </a:rPr>
                        <a:t> data</a:t>
                      </a:r>
                      <a:endParaRPr lang="en-US" sz="1400" dirty="0">
                        <a:solidFill>
                          <a:schemeClr val="tx1"/>
                        </a:solidFill>
                        <a:effectLst/>
                        <a:latin typeface="Mulish" charset="0"/>
                        <a:ea typeface="Times New Roman"/>
                      </a:endParaRPr>
                    </a:p>
                  </a:txBody>
                  <a:tcPr marL="114300" marR="114300" marT="0" marB="0">
                    <a:lnL w="9525" cap="flat" cmpd="sng" algn="ctr">
                      <a:solidFill>
                        <a:schemeClr val="dk1"/>
                      </a:solidFill>
                      <a:prstDash val="solid"/>
                      <a:round/>
                      <a:headEnd type="none" w="sm" len="sm"/>
                      <a:tailEnd type="none" w="sm" len="sm"/>
                    </a:lnL>
                    <a:lnR w="9525" cap="flat" cmpd="sng">
                      <a:solidFill>
                        <a:srgbClr val="595959">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bl>
          </a:graphicData>
        </a:graphic>
      </p:graphicFrame>
      <p:sp>
        <p:nvSpPr>
          <p:cNvPr id="300" name="Google Shape;300;p30"/>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8</a:t>
            </a:r>
            <a:endParaRPr dirty="0"/>
          </a:p>
        </p:txBody>
      </p:sp>
      <p:sp>
        <p:nvSpPr>
          <p:cNvPr id="2" name="TextBox 1"/>
          <p:cNvSpPr txBox="1"/>
          <p:nvPr/>
        </p:nvSpPr>
        <p:spPr>
          <a:xfrm>
            <a:off x="755576" y="1203598"/>
            <a:ext cx="7704856" cy="646331"/>
          </a:xfrm>
          <a:prstGeom prst="rect">
            <a:avLst/>
          </a:prstGeom>
          <a:noFill/>
        </p:spPr>
        <p:txBody>
          <a:bodyPr wrap="square" rtlCol="0">
            <a:spAutoFit/>
          </a:bodyPr>
          <a:lstStyle/>
          <a:p>
            <a:pPr lvl="0"/>
            <a:r>
              <a:rPr lang="en-US" sz="1800" b="1" dirty="0" smtClean="0">
                <a:solidFill>
                  <a:schemeClr val="tx1"/>
                </a:solidFill>
                <a:latin typeface="Mulish" charset="0"/>
              </a:rPr>
              <a:t>3. </a:t>
            </a:r>
            <a:r>
              <a:rPr lang="en-US" sz="1800" b="1" dirty="0" err="1" smtClean="0">
                <a:solidFill>
                  <a:schemeClr val="tx1"/>
                </a:solidFill>
                <a:latin typeface="Mulish" charset="0"/>
              </a:rPr>
              <a:t>Perancangan</a:t>
            </a:r>
            <a:r>
              <a:rPr lang="en-US" sz="1800" b="1" dirty="0" smtClean="0">
                <a:solidFill>
                  <a:schemeClr val="tx1"/>
                </a:solidFill>
                <a:latin typeface="Mulish" charset="0"/>
              </a:rPr>
              <a:t> </a:t>
            </a:r>
            <a:r>
              <a:rPr lang="en-US" sz="1800" b="1" dirty="0" err="1" smtClean="0">
                <a:solidFill>
                  <a:schemeClr val="tx1"/>
                </a:solidFill>
                <a:latin typeface="Mulish" charset="0"/>
              </a:rPr>
              <a:t>Sistem</a:t>
            </a:r>
            <a:r>
              <a:rPr lang="en-US" sz="1800" b="1" dirty="0" smtClean="0">
                <a:solidFill>
                  <a:schemeClr val="tx1"/>
                </a:solidFill>
                <a:latin typeface="Mulish" charset="0"/>
              </a:rPr>
              <a:t> </a:t>
            </a:r>
            <a:r>
              <a:rPr lang="en-US" sz="1800" b="1" dirty="0" err="1" smtClean="0">
                <a:solidFill>
                  <a:schemeClr val="tx1"/>
                </a:solidFill>
                <a:latin typeface="Mulish" charset="0"/>
              </a:rPr>
              <a:t>Informasi</a:t>
            </a:r>
            <a:r>
              <a:rPr lang="en-US" sz="1800" b="1" dirty="0" smtClean="0">
                <a:solidFill>
                  <a:schemeClr val="tx1"/>
                </a:solidFill>
                <a:latin typeface="Mulish" charset="0"/>
              </a:rPr>
              <a:t> </a:t>
            </a:r>
            <a:r>
              <a:rPr lang="en-US" sz="1800" b="1" dirty="0" err="1" smtClean="0">
                <a:solidFill>
                  <a:schemeClr val="tx1"/>
                </a:solidFill>
                <a:latin typeface="Mulish" charset="0"/>
              </a:rPr>
              <a:t>Puskeswan</a:t>
            </a:r>
            <a:r>
              <a:rPr lang="en-US" sz="1800" b="1" dirty="0" smtClean="0">
                <a:solidFill>
                  <a:schemeClr val="tx1"/>
                </a:solidFill>
                <a:latin typeface="Mulish" charset="0"/>
              </a:rPr>
              <a:t> di Kota </a:t>
            </a:r>
            <a:r>
              <a:rPr lang="en-US" sz="1800" b="1" dirty="0" err="1" smtClean="0">
                <a:solidFill>
                  <a:schemeClr val="tx1"/>
                </a:solidFill>
                <a:latin typeface="Mulish" charset="0"/>
              </a:rPr>
              <a:t>Pariaman</a:t>
            </a:r>
            <a:r>
              <a:rPr lang="en-US" sz="1800" b="1" dirty="0" smtClean="0">
                <a:solidFill>
                  <a:schemeClr val="tx1"/>
                </a:solidFill>
                <a:latin typeface="Mulish" charset="0"/>
              </a:rPr>
              <a:t> </a:t>
            </a:r>
            <a:r>
              <a:rPr lang="en-US" sz="1800" b="1" dirty="0" err="1" smtClean="0">
                <a:solidFill>
                  <a:schemeClr val="tx1"/>
                </a:solidFill>
                <a:latin typeface="Mulish" charset="0"/>
              </a:rPr>
              <a:t>Berbasis</a:t>
            </a:r>
            <a:r>
              <a:rPr lang="en-US" sz="1800" b="1" dirty="0" smtClean="0">
                <a:solidFill>
                  <a:schemeClr val="tx1"/>
                </a:solidFill>
                <a:latin typeface="Mulish" charset="0"/>
              </a:rPr>
              <a:t> Website</a:t>
            </a:r>
            <a:endParaRPr lang="en-US" b="1" dirty="0">
              <a:solidFill>
                <a:schemeClr val="tx1"/>
              </a:solidFill>
              <a:latin typeface="Mulish" charset="0"/>
            </a:endParaRPr>
          </a:p>
        </p:txBody>
      </p:sp>
    </p:spTree>
    <p:extLst>
      <p:ext uri="{BB962C8B-B14F-4D97-AF65-F5344CB8AC3E}">
        <p14:creationId xmlns:p14="http://schemas.microsoft.com/office/powerpoint/2010/main" val="271078290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a:spLocks noGrp="1"/>
          </p:cNvSpPr>
          <p:nvPr>
            <p:ph type="title"/>
          </p:nvPr>
        </p:nvSpPr>
        <p:spPr>
          <a:xfrm>
            <a:off x="1600600" y="1916763"/>
            <a:ext cx="3403448" cy="841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smtClean="0"/>
              <a:t>BAB</a:t>
            </a:r>
            <a:endParaRPr dirty="0"/>
          </a:p>
        </p:txBody>
      </p:sp>
      <p:sp>
        <p:nvSpPr>
          <p:cNvPr id="330" name="Google Shape;330;p32"/>
          <p:cNvSpPr txBox="1">
            <a:spLocks noGrp="1"/>
          </p:cNvSpPr>
          <p:nvPr>
            <p:ph type="subTitle" idx="1"/>
          </p:nvPr>
        </p:nvSpPr>
        <p:spPr>
          <a:xfrm>
            <a:off x="1959250" y="3003798"/>
            <a:ext cx="5225400" cy="446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b="1" dirty="0" smtClean="0">
                <a:latin typeface="Quicksand" charset="0"/>
              </a:rPr>
              <a:t>Metodologi Penelitian</a:t>
            </a:r>
            <a:endParaRPr sz="1600" b="1" dirty="0">
              <a:latin typeface="Quicksand" charset="0"/>
            </a:endParaRPr>
          </a:p>
        </p:txBody>
      </p:sp>
      <p:sp>
        <p:nvSpPr>
          <p:cNvPr id="331" name="Google Shape;331;p32"/>
          <p:cNvSpPr txBox="1">
            <a:spLocks noGrp="1"/>
          </p:cNvSpPr>
          <p:nvPr>
            <p:ph type="title" idx="2"/>
          </p:nvPr>
        </p:nvSpPr>
        <p:spPr>
          <a:xfrm>
            <a:off x="4932040" y="1916763"/>
            <a:ext cx="2197912"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3</a:t>
            </a:r>
            <a:endParaRPr dirty="0"/>
          </a:p>
        </p:txBody>
      </p:sp>
      <p:sp>
        <p:nvSpPr>
          <p:cNvPr id="332" name="Google Shape;332;p32"/>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9</a:t>
            </a:r>
            <a:endParaRPr dirty="0"/>
          </a:p>
        </p:txBody>
      </p:sp>
      <p:cxnSp>
        <p:nvCxnSpPr>
          <p:cNvPr id="333" name="Google Shape;333;p32"/>
          <p:cNvCxnSpPr/>
          <p:nvPr/>
        </p:nvCxnSpPr>
        <p:spPr>
          <a:xfrm rot="10800000" flipH="1">
            <a:off x="1600600" y="2910566"/>
            <a:ext cx="5942700" cy="6600"/>
          </a:xfrm>
          <a:prstGeom prst="straightConnector1">
            <a:avLst/>
          </a:prstGeom>
          <a:noFill/>
          <a:ln w="19050" cap="flat" cmpd="sng">
            <a:solidFill>
              <a:schemeClr val="lt1"/>
            </a:solidFill>
            <a:prstDash val="solid"/>
            <a:round/>
            <a:headEnd type="oval" w="med" len="med"/>
            <a:tailEnd type="oval" w="med" len="med"/>
          </a:ln>
        </p:spPr>
      </p:cxnSp>
      <p:cxnSp>
        <p:nvCxnSpPr>
          <p:cNvPr id="334" name="Google Shape;334;p32"/>
          <p:cNvCxnSpPr/>
          <p:nvPr/>
        </p:nvCxnSpPr>
        <p:spPr>
          <a:xfrm rot="10800000" flipH="1">
            <a:off x="1600600" y="1714341"/>
            <a:ext cx="5942700" cy="6600"/>
          </a:xfrm>
          <a:prstGeom prst="straightConnector1">
            <a:avLst/>
          </a:prstGeom>
          <a:noFill/>
          <a:ln w="19050" cap="flat" cmpd="sng">
            <a:solidFill>
              <a:schemeClr val="lt1"/>
            </a:solidFill>
            <a:prstDash val="solid"/>
            <a:round/>
            <a:headEnd type="oval" w="med" len="med"/>
            <a:tailEnd type="oval" w="med" len="med"/>
          </a:ln>
        </p:spPr>
      </p:cxnSp>
      <p:sp>
        <p:nvSpPr>
          <p:cNvPr id="335" name="Google Shape;335;p32"/>
          <p:cNvSpPr/>
          <p:nvPr/>
        </p:nvSpPr>
        <p:spPr>
          <a:xfrm>
            <a:off x="1610824"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2"/>
          <p:cNvSpPr/>
          <p:nvPr/>
        </p:nvSpPr>
        <p:spPr>
          <a:xfrm>
            <a:off x="7280500" y="2217963"/>
            <a:ext cx="239400" cy="239400"/>
          </a:xfrm>
          <a:prstGeom prst="star4">
            <a:avLst>
              <a:gd name="adj" fmla="val 1572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24835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Kerangka Penelitian</a:t>
            </a:r>
            <a:endParaRPr dirty="0"/>
          </a:p>
        </p:txBody>
      </p:sp>
      <p:sp>
        <p:nvSpPr>
          <p:cNvPr id="310" name="Google Shape;310;p31"/>
          <p:cNvSpPr txBox="1">
            <a:spLocks noGrp="1"/>
          </p:cNvSpPr>
          <p:nvPr>
            <p:ph type="title" idx="5"/>
          </p:nvPr>
        </p:nvSpPr>
        <p:spPr>
          <a:xfrm>
            <a:off x="713225" y="1645345"/>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01</a:t>
            </a:r>
            <a:endParaRPr dirty="0"/>
          </a:p>
        </p:txBody>
      </p:sp>
      <p:sp>
        <p:nvSpPr>
          <p:cNvPr id="311" name="Google Shape;311;p31"/>
          <p:cNvSpPr txBox="1">
            <a:spLocks noGrp="1"/>
          </p:cNvSpPr>
          <p:nvPr>
            <p:ph type="title" idx="6"/>
          </p:nvPr>
        </p:nvSpPr>
        <p:spPr>
          <a:xfrm>
            <a:off x="33591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sp>
        <p:nvSpPr>
          <p:cNvPr id="312" name="Google Shape;312;p31"/>
          <p:cNvSpPr txBox="1">
            <a:spLocks noGrp="1"/>
          </p:cNvSpPr>
          <p:nvPr>
            <p:ph type="title" idx="7"/>
          </p:nvPr>
        </p:nvSpPr>
        <p:spPr>
          <a:xfrm>
            <a:off x="7132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313" name="Google Shape;313;p31"/>
          <p:cNvSpPr txBox="1">
            <a:spLocks noGrp="1"/>
          </p:cNvSpPr>
          <p:nvPr>
            <p:ph type="title" idx="8"/>
          </p:nvPr>
        </p:nvSpPr>
        <p:spPr>
          <a:xfrm>
            <a:off x="3359125"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316" name="Google Shape;316;p31"/>
          <p:cNvSpPr txBox="1">
            <a:spLocks noGrp="1"/>
          </p:cNvSpPr>
          <p:nvPr>
            <p:ph type="title" idx="14"/>
          </p:nvPr>
        </p:nvSpPr>
        <p:spPr>
          <a:xfrm>
            <a:off x="5997638"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06</a:t>
            </a:r>
            <a:endParaRPr/>
          </a:p>
        </p:txBody>
      </p:sp>
      <p:sp>
        <p:nvSpPr>
          <p:cNvPr id="317" name="Google Shape;317;p31"/>
          <p:cNvSpPr txBox="1">
            <a:spLocks noGrp="1"/>
          </p:cNvSpPr>
          <p:nvPr>
            <p:ph type="title" idx="15"/>
          </p:nvPr>
        </p:nvSpPr>
        <p:spPr>
          <a:xfrm>
            <a:off x="5997638"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318" name="Google Shape;318;p31"/>
          <p:cNvSpPr txBox="1">
            <a:spLocks noGrp="1"/>
          </p:cNvSpPr>
          <p:nvPr>
            <p:ph type="subTitle" idx="16"/>
          </p:nvPr>
        </p:nvSpPr>
        <p:spPr>
          <a:xfrm>
            <a:off x="7132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Identifikasi Masalah</a:t>
            </a:r>
            <a:endParaRPr dirty="0"/>
          </a:p>
        </p:txBody>
      </p:sp>
      <p:sp>
        <p:nvSpPr>
          <p:cNvPr id="319" name="Google Shape;319;p31"/>
          <p:cNvSpPr txBox="1">
            <a:spLocks noGrp="1"/>
          </p:cNvSpPr>
          <p:nvPr>
            <p:ph type="subTitle" idx="17"/>
          </p:nvPr>
        </p:nvSpPr>
        <p:spPr>
          <a:xfrm>
            <a:off x="713225" y="3447136"/>
            <a:ext cx="2423100" cy="636782"/>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Perancangan Sistem</a:t>
            </a:r>
            <a:endParaRPr dirty="0"/>
          </a:p>
        </p:txBody>
      </p:sp>
      <p:sp>
        <p:nvSpPr>
          <p:cNvPr id="320" name="Google Shape;320;p31"/>
          <p:cNvSpPr txBox="1">
            <a:spLocks noGrp="1"/>
          </p:cNvSpPr>
          <p:nvPr>
            <p:ph type="subTitle" idx="18"/>
          </p:nvPr>
        </p:nvSpPr>
        <p:spPr>
          <a:xfrm>
            <a:off x="3359125" y="3447124"/>
            <a:ext cx="2423100" cy="63679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Pengujian Sistem</a:t>
            </a:r>
            <a:endParaRPr dirty="0"/>
          </a:p>
        </p:txBody>
      </p:sp>
      <p:sp>
        <p:nvSpPr>
          <p:cNvPr id="321" name="Google Shape;321;p31"/>
          <p:cNvSpPr txBox="1">
            <a:spLocks noGrp="1"/>
          </p:cNvSpPr>
          <p:nvPr>
            <p:ph type="subTitle" idx="19"/>
          </p:nvPr>
        </p:nvSpPr>
        <p:spPr>
          <a:xfrm>
            <a:off x="33591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Pengumpulan Data</a:t>
            </a:r>
            <a:endParaRPr dirty="0"/>
          </a:p>
        </p:txBody>
      </p:sp>
      <p:sp>
        <p:nvSpPr>
          <p:cNvPr id="322" name="Google Shape;322;p31"/>
          <p:cNvSpPr txBox="1">
            <a:spLocks noGrp="1"/>
          </p:cNvSpPr>
          <p:nvPr>
            <p:ph type="subTitle" idx="20"/>
          </p:nvPr>
        </p:nvSpPr>
        <p:spPr>
          <a:xfrm>
            <a:off x="5997638" y="3447124"/>
            <a:ext cx="2423100" cy="63679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Implementasi Sistem</a:t>
            </a:r>
            <a:endParaRPr dirty="0"/>
          </a:p>
        </p:txBody>
      </p:sp>
      <p:sp>
        <p:nvSpPr>
          <p:cNvPr id="323" name="Google Shape;323;p31"/>
          <p:cNvSpPr txBox="1">
            <a:spLocks noGrp="1"/>
          </p:cNvSpPr>
          <p:nvPr>
            <p:ph type="subTitle" idx="21"/>
          </p:nvPr>
        </p:nvSpPr>
        <p:spPr>
          <a:xfrm>
            <a:off x="5997638"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Analisis Data</a:t>
            </a:r>
            <a:endParaRPr dirty="0"/>
          </a:p>
        </p:txBody>
      </p:sp>
      <p:sp>
        <p:nvSpPr>
          <p:cNvPr id="324" name="Google Shape;324;p3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10</a:t>
            </a:r>
            <a:endParaRPr dirty="0"/>
          </a:p>
        </p:txBody>
      </p:sp>
      <p:cxnSp>
        <p:nvCxnSpPr>
          <p:cNvPr id="28" name="Google Shape;288;p29"/>
          <p:cNvCxnSpPr/>
          <p:nvPr/>
        </p:nvCxnSpPr>
        <p:spPr>
          <a:xfrm flipV="1">
            <a:off x="395536" y="2925190"/>
            <a:ext cx="8352928" cy="6600"/>
          </a:xfrm>
          <a:prstGeom prst="straightConnector1">
            <a:avLst/>
          </a:prstGeom>
          <a:noFill/>
          <a:ln w="19050" cap="flat" cmpd="sng">
            <a:solidFill>
              <a:schemeClr val="lt1"/>
            </a:solidFill>
            <a:prstDash val="solid"/>
            <a:round/>
            <a:headEnd type="oval" w="med" len="med"/>
            <a:tailEnd type="oval" w="med" len="med"/>
          </a:ln>
        </p:spPr>
      </p:cxnSp>
      <p:sp>
        <p:nvSpPr>
          <p:cNvPr id="30" name="TextBox 29"/>
          <p:cNvSpPr txBox="1"/>
          <p:nvPr/>
        </p:nvSpPr>
        <p:spPr>
          <a:xfrm>
            <a:off x="755576" y="1081068"/>
            <a:ext cx="7704856" cy="338554"/>
          </a:xfrm>
          <a:prstGeom prst="rect">
            <a:avLst/>
          </a:prstGeom>
          <a:noFill/>
        </p:spPr>
        <p:txBody>
          <a:bodyPr wrap="square" rtlCol="0">
            <a:spAutoFit/>
          </a:bodyPr>
          <a:lstStyle/>
          <a:p>
            <a:pPr lvl="0"/>
            <a:r>
              <a:rPr lang="en-US" sz="1600" dirty="0" err="1">
                <a:solidFill>
                  <a:schemeClr val="tx1"/>
                </a:solidFill>
                <a:latin typeface="Mulish" charset="0"/>
              </a:rPr>
              <a:t>A</a:t>
            </a:r>
            <a:r>
              <a:rPr lang="en-US" sz="1600" dirty="0" err="1" smtClean="0">
                <a:solidFill>
                  <a:schemeClr val="tx1"/>
                </a:solidFill>
                <a:latin typeface="Mulish" charset="0"/>
              </a:rPr>
              <a:t>lur</a:t>
            </a:r>
            <a:r>
              <a:rPr lang="en-US" sz="1600" dirty="0" smtClean="0">
                <a:solidFill>
                  <a:schemeClr val="tx1"/>
                </a:solidFill>
                <a:latin typeface="Mulish" charset="0"/>
              </a:rPr>
              <a:t> </a:t>
            </a:r>
            <a:r>
              <a:rPr lang="en-US" sz="1600" dirty="0" err="1">
                <a:solidFill>
                  <a:schemeClr val="tx1"/>
                </a:solidFill>
                <a:latin typeface="Mulish" charset="0"/>
              </a:rPr>
              <a:t>penelitian</a:t>
            </a:r>
            <a:r>
              <a:rPr lang="en-US" sz="1600" dirty="0">
                <a:solidFill>
                  <a:schemeClr val="tx1"/>
                </a:solidFill>
                <a:latin typeface="Mulish" charset="0"/>
              </a:rPr>
              <a:t> yang </a:t>
            </a:r>
            <a:r>
              <a:rPr lang="en-US" sz="1600" dirty="0" err="1">
                <a:solidFill>
                  <a:schemeClr val="tx1"/>
                </a:solidFill>
                <a:latin typeface="Mulish" charset="0"/>
              </a:rPr>
              <a:t>akan</a:t>
            </a:r>
            <a:r>
              <a:rPr lang="en-US" sz="1600" dirty="0">
                <a:solidFill>
                  <a:schemeClr val="tx1"/>
                </a:solidFill>
                <a:latin typeface="Mulish" charset="0"/>
              </a:rPr>
              <a:t> </a:t>
            </a:r>
            <a:r>
              <a:rPr lang="en-US" sz="1600" dirty="0" err="1" smtClean="0">
                <a:solidFill>
                  <a:schemeClr val="tx1"/>
                </a:solidFill>
                <a:latin typeface="Mulish" charset="0"/>
              </a:rPr>
              <a:t>dibangun</a:t>
            </a:r>
            <a:r>
              <a:rPr lang="en-US" sz="1600" dirty="0" smtClean="0">
                <a:solidFill>
                  <a:schemeClr val="tx1"/>
                </a:solidFill>
                <a:latin typeface="Mulish" charset="0"/>
              </a:rPr>
              <a:t>.</a:t>
            </a:r>
            <a:endParaRPr lang="en-US" sz="1200" dirty="0">
              <a:solidFill>
                <a:schemeClr val="tx1"/>
              </a:solidFill>
              <a:latin typeface="Mulish" charset="0"/>
            </a:endParaRPr>
          </a:p>
        </p:txBody>
      </p:sp>
    </p:spTree>
    <p:extLst>
      <p:ext uri="{BB962C8B-B14F-4D97-AF65-F5344CB8AC3E}">
        <p14:creationId xmlns:p14="http://schemas.microsoft.com/office/powerpoint/2010/main" val="416813278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Teknik Pengumpulan Data</a:t>
            </a:r>
            <a:endParaRPr dirty="0"/>
          </a:p>
        </p:txBody>
      </p:sp>
      <p:sp>
        <p:nvSpPr>
          <p:cNvPr id="310" name="Google Shape;310;p31"/>
          <p:cNvSpPr txBox="1">
            <a:spLocks noGrp="1"/>
          </p:cNvSpPr>
          <p:nvPr>
            <p:ph type="title" idx="5"/>
          </p:nvPr>
        </p:nvSpPr>
        <p:spPr>
          <a:xfrm>
            <a:off x="713225" y="1645345"/>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01</a:t>
            </a:r>
            <a:endParaRPr dirty="0"/>
          </a:p>
        </p:txBody>
      </p:sp>
      <p:sp>
        <p:nvSpPr>
          <p:cNvPr id="312" name="Google Shape;312;p31"/>
          <p:cNvSpPr txBox="1">
            <a:spLocks noGrp="1"/>
          </p:cNvSpPr>
          <p:nvPr>
            <p:ph type="title" idx="7"/>
          </p:nvPr>
        </p:nvSpPr>
        <p:spPr>
          <a:xfrm>
            <a:off x="7132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313" name="Google Shape;313;p31"/>
          <p:cNvSpPr txBox="1">
            <a:spLocks noGrp="1"/>
          </p:cNvSpPr>
          <p:nvPr>
            <p:ph type="title" idx="8"/>
          </p:nvPr>
        </p:nvSpPr>
        <p:spPr>
          <a:xfrm>
            <a:off x="3359125"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317" name="Google Shape;317;p31"/>
          <p:cNvSpPr txBox="1">
            <a:spLocks noGrp="1"/>
          </p:cNvSpPr>
          <p:nvPr>
            <p:ph type="title" idx="15"/>
          </p:nvPr>
        </p:nvSpPr>
        <p:spPr>
          <a:xfrm>
            <a:off x="5997638"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318" name="Google Shape;318;p31"/>
          <p:cNvSpPr txBox="1">
            <a:spLocks noGrp="1"/>
          </p:cNvSpPr>
          <p:nvPr>
            <p:ph type="subTitle" idx="16"/>
          </p:nvPr>
        </p:nvSpPr>
        <p:spPr>
          <a:xfrm>
            <a:off x="7132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Observasi</a:t>
            </a:r>
            <a:endParaRPr dirty="0"/>
          </a:p>
        </p:txBody>
      </p:sp>
      <p:sp>
        <p:nvSpPr>
          <p:cNvPr id="319" name="Google Shape;319;p31"/>
          <p:cNvSpPr txBox="1">
            <a:spLocks noGrp="1"/>
          </p:cNvSpPr>
          <p:nvPr>
            <p:ph type="subTitle" idx="17"/>
          </p:nvPr>
        </p:nvSpPr>
        <p:spPr>
          <a:xfrm>
            <a:off x="713225" y="3447136"/>
            <a:ext cx="2423100" cy="636782"/>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Penelitian Perpustakaan</a:t>
            </a:r>
            <a:endParaRPr dirty="0"/>
          </a:p>
        </p:txBody>
      </p:sp>
      <p:sp>
        <p:nvSpPr>
          <p:cNvPr id="321" name="Google Shape;321;p31"/>
          <p:cNvSpPr txBox="1">
            <a:spLocks noGrp="1"/>
          </p:cNvSpPr>
          <p:nvPr>
            <p:ph type="subTitle" idx="19"/>
          </p:nvPr>
        </p:nvSpPr>
        <p:spPr>
          <a:xfrm>
            <a:off x="33591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Wawancara</a:t>
            </a:r>
            <a:endParaRPr dirty="0"/>
          </a:p>
        </p:txBody>
      </p:sp>
      <p:sp>
        <p:nvSpPr>
          <p:cNvPr id="323" name="Google Shape;323;p31"/>
          <p:cNvSpPr txBox="1">
            <a:spLocks noGrp="1"/>
          </p:cNvSpPr>
          <p:nvPr>
            <p:ph type="subTitle" idx="21"/>
          </p:nvPr>
        </p:nvSpPr>
        <p:spPr>
          <a:xfrm>
            <a:off x="5997638"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Dokumentasi</a:t>
            </a:r>
            <a:endParaRPr dirty="0"/>
          </a:p>
        </p:txBody>
      </p:sp>
      <p:sp>
        <p:nvSpPr>
          <p:cNvPr id="324" name="Google Shape;324;p3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11</a:t>
            </a:r>
            <a:endParaRPr dirty="0"/>
          </a:p>
        </p:txBody>
      </p:sp>
      <p:cxnSp>
        <p:nvCxnSpPr>
          <p:cNvPr id="28" name="Google Shape;288;p29"/>
          <p:cNvCxnSpPr/>
          <p:nvPr/>
        </p:nvCxnSpPr>
        <p:spPr>
          <a:xfrm flipV="1">
            <a:off x="395536" y="2925190"/>
            <a:ext cx="8352928" cy="6600"/>
          </a:xfrm>
          <a:prstGeom prst="straightConnector1">
            <a:avLst/>
          </a:prstGeom>
          <a:noFill/>
          <a:ln w="19050" cap="flat" cmpd="sng">
            <a:solidFill>
              <a:schemeClr val="lt1"/>
            </a:solidFill>
            <a:prstDash val="solid"/>
            <a:round/>
            <a:headEnd type="oval" w="med" len="med"/>
            <a:tailEnd type="oval" w="med" len="med"/>
          </a:ln>
        </p:spPr>
      </p:cxnSp>
    </p:spTree>
    <p:extLst>
      <p:ext uri="{BB962C8B-B14F-4D97-AF65-F5344CB8AC3E}">
        <p14:creationId xmlns:p14="http://schemas.microsoft.com/office/powerpoint/2010/main" val="319071679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Metode Pengembangan Sistem</a:t>
            </a:r>
            <a:endParaRPr dirty="0"/>
          </a:p>
        </p:txBody>
      </p:sp>
      <p:sp>
        <p:nvSpPr>
          <p:cNvPr id="310" name="Google Shape;310;p31"/>
          <p:cNvSpPr txBox="1">
            <a:spLocks noGrp="1"/>
          </p:cNvSpPr>
          <p:nvPr>
            <p:ph type="title" idx="5"/>
          </p:nvPr>
        </p:nvSpPr>
        <p:spPr>
          <a:xfrm>
            <a:off x="713225" y="1645345"/>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01</a:t>
            </a:r>
            <a:endParaRPr dirty="0"/>
          </a:p>
        </p:txBody>
      </p:sp>
      <p:sp>
        <p:nvSpPr>
          <p:cNvPr id="311" name="Google Shape;311;p31"/>
          <p:cNvSpPr txBox="1">
            <a:spLocks noGrp="1"/>
          </p:cNvSpPr>
          <p:nvPr>
            <p:ph type="title" idx="6"/>
          </p:nvPr>
        </p:nvSpPr>
        <p:spPr>
          <a:xfrm>
            <a:off x="33591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sp>
        <p:nvSpPr>
          <p:cNvPr id="312" name="Google Shape;312;p31"/>
          <p:cNvSpPr txBox="1">
            <a:spLocks noGrp="1"/>
          </p:cNvSpPr>
          <p:nvPr>
            <p:ph type="title" idx="7"/>
          </p:nvPr>
        </p:nvSpPr>
        <p:spPr>
          <a:xfrm>
            <a:off x="713225" y="2994063"/>
            <a:ext cx="656100" cy="438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313" name="Google Shape;313;p31"/>
          <p:cNvSpPr txBox="1">
            <a:spLocks noGrp="1"/>
          </p:cNvSpPr>
          <p:nvPr>
            <p:ph type="title" idx="8"/>
          </p:nvPr>
        </p:nvSpPr>
        <p:spPr>
          <a:xfrm>
            <a:off x="3359125"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317" name="Google Shape;317;p31"/>
          <p:cNvSpPr txBox="1">
            <a:spLocks noGrp="1"/>
          </p:cNvSpPr>
          <p:nvPr>
            <p:ph type="title" idx="15"/>
          </p:nvPr>
        </p:nvSpPr>
        <p:spPr>
          <a:xfrm>
            <a:off x="5997638" y="1646112"/>
            <a:ext cx="656100" cy="438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318" name="Google Shape;318;p31"/>
          <p:cNvSpPr txBox="1">
            <a:spLocks noGrp="1"/>
          </p:cNvSpPr>
          <p:nvPr>
            <p:ph type="subTitle" idx="16"/>
          </p:nvPr>
        </p:nvSpPr>
        <p:spPr>
          <a:xfrm>
            <a:off x="7132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Analisis Kebutuhan</a:t>
            </a:r>
            <a:endParaRPr dirty="0"/>
          </a:p>
        </p:txBody>
      </p:sp>
      <p:sp>
        <p:nvSpPr>
          <p:cNvPr id="319" name="Google Shape;319;p31"/>
          <p:cNvSpPr txBox="1">
            <a:spLocks noGrp="1"/>
          </p:cNvSpPr>
          <p:nvPr>
            <p:ph type="subTitle" idx="17"/>
          </p:nvPr>
        </p:nvSpPr>
        <p:spPr>
          <a:xfrm>
            <a:off x="713225" y="3447136"/>
            <a:ext cx="2423100" cy="636782"/>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Pengujian Sistem</a:t>
            </a:r>
            <a:endParaRPr dirty="0"/>
          </a:p>
        </p:txBody>
      </p:sp>
      <p:sp>
        <p:nvSpPr>
          <p:cNvPr id="320" name="Google Shape;320;p31"/>
          <p:cNvSpPr txBox="1">
            <a:spLocks noGrp="1"/>
          </p:cNvSpPr>
          <p:nvPr>
            <p:ph type="subTitle" idx="18"/>
          </p:nvPr>
        </p:nvSpPr>
        <p:spPr>
          <a:xfrm>
            <a:off x="3359125" y="3447124"/>
            <a:ext cx="2423100" cy="63679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Perawatan Sistem</a:t>
            </a:r>
            <a:endParaRPr dirty="0"/>
          </a:p>
        </p:txBody>
      </p:sp>
      <p:sp>
        <p:nvSpPr>
          <p:cNvPr id="321" name="Google Shape;321;p31"/>
          <p:cNvSpPr txBox="1">
            <a:spLocks noGrp="1"/>
          </p:cNvSpPr>
          <p:nvPr>
            <p:ph type="subTitle" idx="19"/>
          </p:nvPr>
        </p:nvSpPr>
        <p:spPr>
          <a:xfrm>
            <a:off x="3359125"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Desain Sistem</a:t>
            </a:r>
            <a:endParaRPr dirty="0"/>
          </a:p>
        </p:txBody>
      </p:sp>
      <p:sp>
        <p:nvSpPr>
          <p:cNvPr id="323" name="Google Shape;323;p31"/>
          <p:cNvSpPr txBox="1">
            <a:spLocks noGrp="1"/>
          </p:cNvSpPr>
          <p:nvPr>
            <p:ph type="subTitle" idx="21"/>
          </p:nvPr>
        </p:nvSpPr>
        <p:spPr>
          <a:xfrm>
            <a:off x="5997638" y="2098631"/>
            <a:ext cx="2423100" cy="61713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Implementasi Sistem</a:t>
            </a:r>
            <a:endParaRPr dirty="0"/>
          </a:p>
        </p:txBody>
      </p:sp>
      <p:sp>
        <p:nvSpPr>
          <p:cNvPr id="324" name="Google Shape;324;p31"/>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12</a:t>
            </a:r>
            <a:endParaRPr dirty="0"/>
          </a:p>
        </p:txBody>
      </p:sp>
      <p:cxnSp>
        <p:nvCxnSpPr>
          <p:cNvPr id="28" name="Google Shape;288;p29"/>
          <p:cNvCxnSpPr/>
          <p:nvPr/>
        </p:nvCxnSpPr>
        <p:spPr>
          <a:xfrm flipV="1">
            <a:off x="395536" y="2925190"/>
            <a:ext cx="8352928" cy="6600"/>
          </a:xfrm>
          <a:prstGeom prst="straightConnector1">
            <a:avLst/>
          </a:prstGeom>
          <a:noFill/>
          <a:ln w="19050" cap="flat" cmpd="sng">
            <a:solidFill>
              <a:schemeClr val="lt1"/>
            </a:solidFill>
            <a:prstDash val="solid"/>
            <a:round/>
            <a:headEnd type="oval" w="med" len="med"/>
            <a:tailEnd type="oval" w="med" len="med"/>
          </a:ln>
        </p:spPr>
      </p:cxnSp>
      <p:sp>
        <p:nvSpPr>
          <p:cNvPr id="30" name="TextBox 29"/>
          <p:cNvSpPr txBox="1"/>
          <p:nvPr/>
        </p:nvSpPr>
        <p:spPr>
          <a:xfrm>
            <a:off x="755576" y="1081068"/>
            <a:ext cx="7704856" cy="338554"/>
          </a:xfrm>
          <a:prstGeom prst="rect">
            <a:avLst/>
          </a:prstGeom>
          <a:noFill/>
        </p:spPr>
        <p:txBody>
          <a:bodyPr wrap="square" rtlCol="0">
            <a:spAutoFit/>
          </a:bodyPr>
          <a:lstStyle/>
          <a:p>
            <a:pPr lvl="0"/>
            <a:r>
              <a:rPr lang="en-US" sz="1600" dirty="0" err="1" smtClean="0">
                <a:solidFill>
                  <a:schemeClr val="tx1"/>
                </a:solidFill>
                <a:latin typeface="Mulish" charset="0"/>
              </a:rPr>
              <a:t>Menggunakan</a:t>
            </a:r>
            <a:r>
              <a:rPr lang="en-US" sz="1600" dirty="0" smtClean="0">
                <a:solidFill>
                  <a:schemeClr val="tx1"/>
                </a:solidFill>
                <a:latin typeface="Mulish" charset="0"/>
              </a:rPr>
              <a:t> SDLC Model Waterfall.</a:t>
            </a:r>
            <a:endParaRPr lang="en-US" sz="1200" dirty="0">
              <a:solidFill>
                <a:schemeClr val="tx1"/>
              </a:solidFill>
              <a:latin typeface="Mulish" charset="0"/>
            </a:endParaRPr>
          </a:p>
        </p:txBody>
      </p:sp>
    </p:spTree>
    <p:extLst>
      <p:ext uri="{BB962C8B-B14F-4D97-AF65-F5344CB8AC3E}">
        <p14:creationId xmlns:p14="http://schemas.microsoft.com/office/powerpoint/2010/main" val="282945400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4"/>
          <p:cNvSpPr txBox="1">
            <a:spLocks noGrp="1"/>
          </p:cNvSpPr>
          <p:nvPr>
            <p:ph type="subTitle" idx="1"/>
          </p:nvPr>
        </p:nvSpPr>
        <p:spPr>
          <a:xfrm>
            <a:off x="969900" y="1312625"/>
            <a:ext cx="7204200" cy="147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dirty="0" smtClean="0"/>
              <a:t>“Sekian”</a:t>
            </a:r>
            <a:endParaRPr b="1" dirty="0"/>
          </a:p>
        </p:txBody>
      </p:sp>
      <p:sp>
        <p:nvSpPr>
          <p:cNvPr id="354" name="Google Shape;354;p34"/>
          <p:cNvSpPr txBox="1">
            <a:spLocks noGrp="1"/>
          </p:cNvSpPr>
          <p:nvPr>
            <p:ph type="title"/>
          </p:nvPr>
        </p:nvSpPr>
        <p:spPr>
          <a:xfrm>
            <a:off x="969900" y="3387600"/>
            <a:ext cx="7204200" cy="531900"/>
          </a:xfrm>
          <a:prstGeom prst="rect">
            <a:avLst/>
          </a:prstGeom>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Terima Kasih</a:t>
            </a:r>
            <a:endParaRPr dirty="0"/>
          </a:p>
        </p:txBody>
      </p:sp>
      <p:sp>
        <p:nvSpPr>
          <p:cNvPr id="355" name="Google Shape;355;p34"/>
          <p:cNvSpPr txBox="1">
            <a:spLocks noGrp="1"/>
          </p:cNvSpPr>
          <p:nvPr>
            <p:ph type="sldNum" idx="12"/>
          </p:nvPr>
        </p:nvSpPr>
        <p:spPr>
          <a:xfrm>
            <a:off x="4297650" y="4602875"/>
            <a:ext cx="548700" cy="33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mtClean="0"/>
              <a:t>13</a:t>
            </a:r>
            <a:endParaRPr dirty="0"/>
          </a:p>
        </p:txBody>
      </p:sp>
      <p:cxnSp>
        <p:nvCxnSpPr>
          <p:cNvPr id="356" name="Google Shape;356;p34"/>
          <p:cNvCxnSpPr/>
          <p:nvPr/>
        </p:nvCxnSpPr>
        <p:spPr>
          <a:xfrm rot="10800000" flipH="1">
            <a:off x="2553150" y="3923150"/>
            <a:ext cx="4037700" cy="6600"/>
          </a:xfrm>
          <a:prstGeom prst="straightConnector1">
            <a:avLst/>
          </a:prstGeom>
          <a:noFill/>
          <a:ln w="19050" cap="flat" cmpd="sng">
            <a:solidFill>
              <a:schemeClr val="lt1"/>
            </a:solidFill>
            <a:prstDash val="solid"/>
            <a:round/>
            <a:headEnd type="oval" w="med" len="med"/>
            <a:tailEnd type="oval" w="med" len="med"/>
          </a:ln>
        </p:spPr>
      </p:cxnSp>
      <p:cxnSp>
        <p:nvCxnSpPr>
          <p:cNvPr id="357" name="Google Shape;357;p34"/>
          <p:cNvCxnSpPr/>
          <p:nvPr/>
        </p:nvCxnSpPr>
        <p:spPr>
          <a:xfrm rot="10800000" flipH="1">
            <a:off x="2553150" y="3325025"/>
            <a:ext cx="4037700" cy="6600"/>
          </a:xfrm>
          <a:prstGeom prst="straightConnector1">
            <a:avLst/>
          </a:prstGeom>
          <a:noFill/>
          <a:ln w="19050" cap="flat" cmpd="sng">
            <a:solidFill>
              <a:schemeClr val="lt1"/>
            </a:solidFill>
            <a:prstDash val="solid"/>
            <a:round/>
            <a:headEnd type="oval" w="med" len="med"/>
            <a:tailEnd type="oval" w="med" len="med"/>
          </a:ln>
        </p:spPr>
      </p:cxnSp>
    </p:spTree>
    <p:extLst>
      <p:ext uri="{BB962C8B-B14F-4D97-AF65-F5344CB8AC3E}">
        <p14:creationId xmlns:p14="http://schemas.microsoft.com/office/powerpoint/2010/main" val="1406378691"/>
      </p:ext>
    </p:extLst>
  </p:cSld>
  <p:clrMapOvr>
    <a:masterClrMapping/>
  </p:clrMapOvr>
  <p:timing>
    <p:tnLst>
      <p:par>
        <p:cTn id="1" dur="indefinite" restart="never" nodeType="tmRoot"/>
      </p:par>
    </p:tnLst>
  </p:timing>
</p:sld>
</file>

<file path=ppt/theme/theme1.xml><?xml version="1.0" encoding="utf-8"?>
<a:theme xmlns:a="http://schemas.openxmlformats.org/drawingml/2006/main" name="Elegant Bachelor Thesis by Slidesgo">
  <a:themeElements>
    <a:clrScheme name="Simple Light">
      <a:dk1>
        <a:srgbClr val="5C5C5F"/>
      </a:dk1>
      <a:lt1>
        <a:srgbClr val="D8CEC9"/>
      </a:lt1>
      <a:dk2>
        <a:srgbClr val="927C71"/>
      </a:dk2>
      <a:lt2>
        <a:srgbClr val="FAFAFA"/>
      </a:lt2>
      <a:accent1>
        <a:srgbClr val="C99A7D"/>
      </a:accent1>
      <a:accent2>
        <a:srgbClr val="FFFFFF"/>
      </a:accent2>
      <a:accent3>
        <a:srgbClr val="FFFFFF"/>
      </a:accent3>
      <a:accent4>
        <a:srgbClr val="FFFFFF"/>
      </a:accent4>
      <a:accent5>
        <a:srgbClr val="FFFFFF"/>
      </a:accent5>
      <a:accent6>
        <a:srgbClr val="FFFFFF"/>
      </a:accent6>
      <a:hlink>
        <a:srgbClr val="33333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TotalTime>
  <Words>618</Words>
  <Application>Microsoft Office PowerPoint</Application>
  <PresentationFormat>On-screen Show (16:9)</PresentationFormat>
  <Paragraphs>102</Paragraphs>
  <Slides>14</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IBM Plex Sans</vt:lpstr>
      <vt:lpstr>Mulish</vt:lpstr>
      <vt:lpstr>Quicksand</vt:lpstr>
      <vt:lpstr>Nunito Light</vt:lpstr>
      <vt:lpstr>Times New Roman</vt:lpstr>
      <vt:lpstr>Bebas Neue</vt:lpstr>
      <vt:lpstr>Elegant Bachelor Thesis by Slidesgo</vt:lpstr>
      <vt:lpstr>Sistem Informasi Rekam Medis Elektronik Berbasis Client Server Pada Puskesmas Siulak Mukai</vt:lpstr>
      <vt:lpstr>BAB</vt:lpstr>
      <vt:lpstr>Latar Belakang Masalah</vt:lpstr>
      <vt:lpstr>Identifikasi Masalah</vt:lpstr>
      <vt:lpstr>Rumusan Masalah</vt:lpstr>
      <vt:lpstr>BAB</vt:lpstr>
      <vt:lpstr>Studi sebelumnya terkait TA</vt:lpstr>
      <vt:lpstr>Studi sebelumnya terkait TA</vt:lpstr>
      <vt:lpstr>Studi sebelumnya terkait TA</vt:lpstr>
      <vt:lpstr>BAB</vt:lpstr>
      <vt:lpstr>Kerangka Penelitian</vt:lpstr>
      <vt:lpstr>Teknik Pengumpulan Data</vt:lpstr>
      <vt:lpstr>Metode Pengembangan Sistem</vt:lpstr>
      <vt:lpstr>Terima Kasih</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 Informasi Rekam Medis Elektronik Berbasis Client Server Pada Puskesmas Siulak Mukai</dc:title>
  <cp:lastModifiedBy>Stenly Andika</cp:lastModifiedBy>
  <cp:revision>12</cp:revision>
  <dcterms:modified xsi:type="dcterms:W3CDTF">2024-06-21T11:32:29Z</dcterms:modified>
</cp:coreProperties>
</file>